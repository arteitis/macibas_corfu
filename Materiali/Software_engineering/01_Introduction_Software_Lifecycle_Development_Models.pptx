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305" r:id="rId3"/>
    <p:sldId id="306" r:id="rId4"/>
    <p:sldId id="304" r:id="rId5"/>
    <p:sldId id="321" r:id="rId6"/>
    <p:sldId id="257" r:id="rId7"/>
    <p:sldId id="322" r:id="rId8"/>
    <p:sldId id="258" r:id="rId9"/>
    <p:sldId id="259" r:id="rId10"/>
    <p:sldId id="260" r:id="rId11"/>
    <p:sldId id="262" r:id="rId12"/>
    <p:sldId id="266" r:id="rId13"/>
    <p:sldId id="265" r:id="rId14"/>
    <p:sldId id="323" r:id="rId15"/>
    <p:sldId id="267" r:id="rId16"/>
    <p:sldId id="268" r:id="rId17"/>
    <p:sldId id="269" r:id="rId18"/>
    <p:sldId id="270" r:id="rId19"/>
    <p:sldId id="324" r:id="rId20"/>
    <p:sldId id="325" r:id="rId21"/>
    <p:sldId id="326" r:id="rId22"/>
    <p:sldId id="327" r:id="rId23"/>
    <p:sldId id="328" r:id="rId24"/>
    <p:sldId id="274" r:id="rId25"/>
    <p:sldId id="329" r:id="rId26"/>
    <p:sldId id="275" r:id="rId27"/>
    <p:sldId id="276" r:id="rId28"/>
    <p:sldId id="277" r:id="rId29"/>
    <p:sldId id="278" r:id="rId30"/>
    <p:sldId id="330" r:id="rId31"/>
    <p:sldId id="318" r:id="rId32"/>
    <p:sldId id="319" r:id="rId33"/>
    <p:sldId id="291" r:id="rId34"/>
    <p:sldId id="280" r:id="rId35"/>
    <p:sldId id="281" r:id="rId36"/>
    <p:sldId id="282" r:id="rId37"/>
    <p:sldId id="283" r:id="rId38"/>
    <p:sldId id="320" r:id="rId39"/>
    <p:sldId id="307" r:id="rId40"/>
    <p:sldId id="292" r:id="rId41"/>
    <p:sldId id="293" r:id="rId42"/>
    <p:sldId id="294" r:id="rId43"/>
    <p:sldId id="295" r:id="rId44"/>
    <p:sldId id="296" r:id="rId45"/>
    <p:sldId id="297" r:id="rId46"/>
    <p:sldId id="298" r:id="rId47"/>
    <p:sldId id="299" r:id="rId48"/>
    <p:sldId id="284" r:id="rId49"/>
    <p:sldId id="300" r:id="rId50"/>
    <p:sldId id="301" r:id="rId51"/>
    <p:sldId id="302" r:id="rId52"/>
    <p:sldId id="303"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Χωρίς στυλ, χωρίς πλέγμα">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Φωτεινό στυλ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672"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OS DIMITRAKOPOULOS" userId="0614bc40-ecc2-4674-8a86-e5df437c2e7b" providerId="ADAL" clId="{241D36BE-FE1E-4FC3-99E3-E69D34DF589D}"/>
    <pc:docChg chg="undo custSel addSld delSld modSld sldOrd">
      <pc:chgData name="GEORGIOS DIMITRAKOPOULOS" userId="0614bc40-ecc2-4674-8a86-e5df437c2e7b" providerId="ADAL" clId="{241D36BE-FE1E-4FC3-99E3-E69D34DF589D}" dt="2026-10-14T14:56:12.676" v="1481" actId="20577"/>
      <pc:docMkLst>
        <pc:docMk/>
      </pc:docMkLst>
      <pc:sldChg chg="modSp mod">
        <pc:chgData name="GEORGIOS DIMITRAKOPOULOS" userId="0614bc40-ecc2-4674-8a86-e5df437c2e7b" providerId="ADAL" clId="{241D36BE-FE1E-4FC3-99E3-E69D34DF589D}" dt="2026-10-14T14:15:50.635" v="999" actId="20577"/>
        <pc:sldMkLst>
          <pc:docMk/>
          <pc:sldMk cId="2088882557" sldId="256"/>
        </pc:sldMkLst>
        <pc:spChg chg="mod">
          <ac:chgData name="GEORGIOS DIMITRAKOPOULOS" userId="0614bc40-ecc2-4674-8a86-e5df437c2e7b" providerId="ADAL" clId="{241D36BE-FE1E-4FC3-99E3-E69D34DF589D}" dt="2026-10-14T14:15:50.635" v="999" actId="20577"/>
          <ac:spMkLst>
            <pc:docMk/>
            <pc:sldMk cId="2088882557" sldId="256"/>
            <ac:spMk id="3" creationId="{8822F8AD-6921-965F-B46B-AD27A7D07D37}"/>
          </ac:spMkLst>
        </pc:spChg>
      </pc:sldChg>
      <pc:sldChg chg="addSp delSp modSp mod ord">
        <pc:chgData name="GEORGIOS DIMITRAKOPOULOS" userId="0614bc40-ecc2-4674-8a86-e5df437c2e7b" providerId="ADAL" clId="{241D36BE-FE1E-4FC3-99E3-E69D34DF589D}" dt="2026-10-14T14:16:22.993" v="1017" actId="27636"/>
        <pc:sldMkLst>
          <pc:docMk/>
          <pc:sldMk cId="1205095017" sldId="257"/>
        </pc:sldMkLst>
        <pc:spChg chg="mod">
          <ac:chgData name="GEORGIOS DIMITRAKOPOULOS" userId="0614bc40-ecc2-4674-8a86-e5df437c2e7b" providerId="ADAL" clId="{241D36BE-FE1E-4FC3-99E3-E69D34DF589D}" dt="2026-10-14T14:16:22.993" v="1017" actId="27636"/>
          <ac:spMkLst>
            <pc:docMk/>
            <pc:sldMk cId="1205095017" sldId="257"/>
            <ac:spMk id="3" creationId="{712AC027-8376-E41E-B645-B36763CB0440}"/>
          </ac:spMkLst>
        </pc:spChg>
        <pc:spChg chg="add mod">
          <ac:chgData name="GEORGIOS DIMITRAKOPOULOS" userId="0614bc40-ecc2-4674-8a86-e5df437c2e7b" providerId="ADAL" clId="{241D36BE-FE1E-4FC3-99E3-E69D34DF589D}" dt="2026-10-01T13:35:07.756" v="32" actId="20577"/>
          <ac:spMkLst>
            <pc:docMk/>
            <pc:sldMk cId="1205095017" sldId="257"/>
            <ac:spMk id="5" creationId="{5F376732-2F5F-EB29-4D31-9A647A4CF5C7}"/>
          </ac:spMkLst>
        </pc:spChg>
      </pc:sldChg>
      <pc:sldChg chg="modSp add mod">
        <pc:chgData name="GEORGIOS DIMITRAKOPOULOS" userId="0614bc40-ecc2-4674-8a86-e5df437c2e7b" providerId="ADAL" clId="{241D36BE-FE1E-4FC3-99E3-E69D34DF589D}" dt="2026-10-14T14:16:23.028" v="1018" actId="27636"/>
        <pc:sldMkLst>
          <pc:docMk/>
          <pc:sldMk cId="2833642966" sldId="258"/>
        </pc:sldMkLst>
        <pc:spChg chg="mod">
          <ac:chgData name="GEORGIOS DIMITRAKOPOULOS" userId="0614bc40-ecc2-4674-8a86-e5df437c2e7b" providerId="ADAL" clId="{241D36BE-FE1E-4FC3-99E3-E69D34DF589D}" dt="2026-10-14T14:16:23.028" v="1018" actId="27636"/>
          <ac:spMkLst>
            <pc:docMk/>
            <pc:sldMk cId="2833642966" sldId="258"/>
            <ac:spMk id="3" creationId="{2FEE8CDF-D29E-1DBF-B40C-DF81C18F9781}"/>
          </ac:spMkLst>
        </pc:spChg>
      </pc:sldChg>
      <pc:sldChg chg="addSp delSp modSp del mod">
        <pc:chgData name="GEORGIOS DIMITRAKOPOULOS" userId="0614bc40-ecc2-4674-8a86-e5df437c2e7b" providerId="ADAL" clId="{241D36BE-FE1E-4FC3-99E3-E69D34DF589D}" dt="2026-10-14T13:06:34.896" v="526" actId="2696"/>
        <pc:sldMkLst>
          <pc:docMk/>
          <pc:sldMk cId="3800508501" sldId="258"/>
        </pc:sldMkLst>
      </pc:sldChg>
      <pc:sldChg chg="modSp add mod">
        <pc:chgData name="GEORGIOS DIMITRAKOPOULOS" userId="0614bc40-ecc2-4674-8a86-e5df437c2e7b" providerId="ADAL" clId="{241D36BE-FE1E-4FC3-99E3-E69D34DF589D}" dt="2026-10-14T14:16:23.063" v="1019" actId="27636"/>
        <pc:sldMkLst>
          <pc:docMk/>
          <pc:sldMk cId="541795492" sldId="259"/>
        </pc:sldMkLst>
        <pc:spChg chg="mod">
          <ac:chgData name="GEORGIOS DIMITRAKOPOULOS" userId="0614bc40-ecc2-4674-8a86-e5df437c2e7b" providerId="ADAL" clId="{241D36BE-FE1E-4FC3-99E3-E69D34DF589D}" dt="2026-10-14T14:16:23.063" v="1019" actId="27636"/>
          <ac:spMkLst>
            <pc:docMk/>
            <pc:sldMk cId="541795492" sldId="259"/>
            <ac:spMk id="3" creationId="{E7123B11-A397-0947-CB04-EECD5535E8F9}"/>
          </ac:spMkLst>
        </pc:spChg>
      </pc:sldChg>
      <pc:sldChg chg="addSp delSp modSp del mod">
        <pc:chgData name="GEORGIOS DIMITRAKOPOULOS" userId="0614bc40-ecc2-4674-8a86-e5df437c2e7b" providerId="ADAL" clId="{241D36BE-FE1E-4FC3-99E3-E69D34DF589D}" dt="2026-10-14T13:06:34.896" v="526" actId="2696"/>
        <pc:sldMkLst>
          <pc:docMk/>
          <pc:sldMk cId="4273323983" sldId="259"/>
        </pc:sldMkLst>
      </pc:sldChg>
      <pc:sldChg chg="addSp delSp modSp del mod">
        <pc:chgData name="GEORGIOS DIMITRAKOPOULOS" userId="0614bc40-ecc2-4674-8a86-e5df437c2e7b" providerId="ADAL" clId="{241D36BE-FE1E-4FC3-99E3-E69D34DF589D}" dt="2026-10-14T13:06:34.896" v="526" actId="2696"/>
        <pc:sldMkLst>
          <pc:docMk/>
          <pc:sldMk cId="939346411" sldId="260"/>
        </pc:sldMkLst>
      </pc:sldChg>
      <pc:sldChg chg="modSp add mod">
        <pc:chgData name="GEORGIOS DIMITRAKOPOULOS" userId="0614bc40-ecc2-4674-8a86-e5df437c2e7b" providerId="ADAL" clId="{241D36BE-FE1E-4FC3-99E3-E69D34DF589D}" dt="2026-10-14T14:16:50.008" v="1033" actId="20577"/>
        <pc:sldMkLst>
          <pc:docMk/>
          <pc:sldMk cId="3633080653" sldId="260"/>
        </pc:sldMkLst>
        <pc:spChg chg="mod">
          <ac:chgData name="GEORGIOS DIMITRAKOPOULOS" userId="0614bc40-ecc2-4674-8a86-e5df437c2e7b" providerId="ADAL" clId="{241D36BE-FE1E-4FC3-99E3-E69D34DF589D}" dt="2026-10-14T14:16:50.008" v="1033" actId="20577"/>
          <ac:spMkLst>
            <pc:docMk/>
            <pc:sldMk cId="3633080653" sldId="260"/>
            <ac:spMk id="3" creationId="{E7123B11-A397-0947-CB04-EECD5535E8F9}"/>
          </ac:spMkLst>
        </pc:spChg>
      </pc:sldChg>
      <pc:sldChg chg="addSp delSp modSp del mod">
        <pc:chgData name="GEORGIOS DIMITRAKOPOULOS" userId="0614bc40-ecc2-4674-8a86-e5df437c2e7b" providerId="ADAL" clId="{241D36BE-FE1E-4FC3-99E3-E69D34DF589D}" dt="2026-10-14T13:06:19.358" v="525" actId="47"/>
        <pc:sldMkLst>
          <pc:docMk/>
          <pc:sldMk cId="454586443" sldId="261"/>
        </pc:sldMkLst>
      </pc:sldChg>
      <pc:sldChg chg="add">
        <pc:chgData name="GEORGIOS DIMITRAKOPOULOS" userId="0614bc40-ecc2-4674-8a86-e5df437c2e7b" providerId="ADAL" clId="{241D36BE-FE1E-4FC3-99E3-E69D34DF589D}" dt="2026-10-14T13:06:40.187" v="527"/>
        <pc:sldMkLst>
          <pc:docMk/>
          <pc:sldMk cId="1527273011" sldId="262"/>
        </pc:sldMkLst>
      </pc:sldChg>
      <pc:sldChg chg="addSp delSp modSp del mod">
        <pc:chgData name="GEORGIOS DIMITRAKOPOULOS" userId="0614bc40-ecc2-4674-8a86-e5df437c2e7b" providerId="ADAL" clId="{241D36BE-FE1E-4FC3-99E3-E69D34DF589D}" dt="2026-10-14T13:06:34.896" v="526" actId="2696"/>
        <pc:sldMkLst>
          <pc:docMk/>
          <pc:sldMk cId="3857764439" sldId="262"/>
        </pc:sldMkLst>
        <pc:spChg chg="mod">
          <ac:chgData name="GEORGIOS DIMITRAKOPOULOS" userId="0614bc40-ecc2-4674-8a86-e5df437c2e7b" providerId="ADAL" clId="{241D36BE-FE1E-4FC3-99E3-E69D34DF589D}" dt="2026-10-14T13:06:03.570" v="524" actId="27636"/>
          <ac:spMkLst>
            <pc:docMk/>
            <pc:sldMk cId="3857764439" sldId="262"/>
            <ac:spMk id="3" creationId="{E7123B11-A397-0947-CB04-EECD5535E8F9}"/>
          </ac:spMkLst>
        </pc:spChg>
      </pc:sldChg>
      <pc:sldChg chg="modSp del mod">
        <pc:chgData name="GEORGIOS DIMITRAKOPOULOS" userId="0614bc40-ecc2-4674-8a86-e5df437c2e7b" providerId="ADAL" clId="{241D36BE-FE1E-4FC3-99E3-E69D34DF589D}" dt="2026-10-14T13:14:21.050" v="687" actId="47"/>
        <pc:sldMkLst>
          <pc:docMk/>
          <pc:sldMk cId="2902172445" sldId="263"/>
        </pc:sldMkLst>
      </pc:sldChg>
      <pc:sldChg chg="addSp delSp modSp del mod">
        <pc:chgData name="GEORGIOS DIMITRAKOPOULOS" userId="0614bc40-ecc2-4674-8a86-e5df437c2e7b" providerId="ADAL" clId="{241D36BE-FE1E-4FC3-99E3-E69D34DF589D}" dt="2026-10-14T13:12:44.349" v="679" actId="47"/>
        <pc:sldMkLst>
          <pc:docMk/>
          <pc:sldMk cId="83120528" sldId="264"/>
        </pc:sldMkLst>
      </pc:sldChg>
      <pc:sldChg chg="addSp delSp modSp mod ord">
        <pc:chgData name="GEORGIOS DIMITRAKOPOULOS" userId="0614bc40-ecc2-4674-8a86-e5df437c2e7b" providerId="ADAL" clId="{241D36BE-FE1E-4FC3-99E3-E69D34DF589D}" dt="2026-10-14T14:16:22.720" v="1007" actId="27636"/>
        <pc:sldMkLst>
          <pc:docMk/>
          <pc:sldMk cId="1071379434" sldId="265"/>
        </pc:sldMkLst>
        <pc:spChg chg="mod">
          <ac:chgData name="GEORGIOS DIMITRAKOPOULOS" userId="0614bc40-ecc2-4674-8a86-e5df437c2e7b" providerId="ADAL" clId="{241D36BE-FE1E-4FC3-99E3-E69D34DF589D}" dt="2026-10-14T14:16:22.720" v="1007" actId="27636"/>
          <ac:spMkLst>
            <pc:docMk/>
            <pc:sldMk cId="1071379434" sldId="265"/>
            <ac:spMk id="3" creationId="{A34354EF-BA78-BA0A-085F-4A6CAD86E74D}"/>
          </ac:spMkLst>
        </pc:spChg>
        <pc:spChg chg="add del mod">
          <ac:chgData name="GEORGIOS DIMITRAKOPOULOS" userId="0614bc40-ecc2-4674-8a86-e5df437c2e7b" providerId="ADAL" clId="{241D36BE-FE1E-4FC3-99E3-E69D34DF589D}" dt="2026-10-14T13:11:25.785" v="658" actId="478"/>
          <ac:spMkLst>
            <pc:docMk/>
            <pc:sldMk cId="1071379434" sldId="265"/>
            <ac:spMk id="4" creationId="{EB3336B5-0C1B-8440-6CE0-4D035501C21F}"/>
          </ac:spMkLst>
        </pc:spChg>
        <pc:spChg chg="add mod">
          <ac:chgData name="GEORGIOS DIMITRAKOPOULOS" userId="0614bc40-ecc2-4674-8a86-e5df437c2e7b" providerId="ADAL" clId="{241D36BE-FE1E-4FC3-99E3-E69D34DF589D}" dt="2026-10-01T13:35:57.585" v="88" actId="20577"/>
          <ac:spMkLst>
            <pc:docMk/>
            <pc:sldMk cId="1071379434" sldId="265"/>
            <ac:spMk id="5" creationId="{E3F5E7E3-F088-CE43-9418-A3A6B16993EE}"/>
          </ac:spMkLst>
        </pc:spChg>
        <pc:spChg chg="add mod">
          <ac:chgData name="GEORGIOS DIMITRAKOPOULOS" userId="0614bc40-ecc2-4674-8a86-e5df437c2e7b" providerId="ADAL" clId="{241D36BE-FE1E-4FC3-99E3-E69D34DF589D}" dt="2026-10-14T13:09:26.495" v="623" actId="14100"/>
          <ac:spMkLst>
            <pc:docMk/>
            <pc:sldMk cId="1071379434" sldId="265"/>
            <ac:spMk id="6" creationId="{167C7059-CBC0-5B29-A8F9-9E401AA7DE45}"/>
          </ac:spMkLst>
        </pc:spChg>
        <pc:spChg chg="add mod">
          <ac:chgData name="GEORGIOS DIMITRAKOPOULOS" userId="0614bc40-ecc2-4674-8a86-e5df437c2e7b" providerId="ADAL" clId="{241D36BE-FE1E-4FC3-99E3-E69D34DF589D}" dt="2026-10-14T13:09:38.929" v="627" actId="14100"/>
          <ac:spMkLst>
            <pc:docMk/>
            <pc:sldMk cId="1071379434" sldId="265"/>
            <ac:spMk id="8" creationId="{A3C400FC-DA28-A7C2-42C6-E85FA2A15979}"/>
          </ac:spMkLst>
        </pc:spChg>
        <pc:spChg chg="add mod">
          <ac:chgData name="GEORGIOS DIMITRAKOPOULOS" userId="0614bc40-ecc2-4674-8a86-e5df437c2e7b" providerId="ADAL" clId="{241D36BE-FE1E-4FC3-99E3-E69D34DF589D}" dt="2026-10-14T13:10:53.911" v="653" actId="207"/>
          <ac:spMkLst>
            <pc:docMk/>
            <pc:sldMk cId="1071379434" sldId="265"/>
            <ac:spMk id="9" creationId="{031CF56C-4B9F-D301-5728-4593679A5C7C}"/>
          </ac:spMkLst>
        </pc:spChg>
        <pc:spChg chg="add mod">
          <ac:chgData name="GEORGIOS DIMITRAKOPOULOS" userId="0614bc40-ecc2-4674-8a86-e5df437c2e7b" providerId="ADAL" clId="{241D36BE-FE1E-4FC3-99E3-E69D34DF589D}" dt="2026-10-14T13:09:44.733" v="631" actId="14100"/>
          <ac:spMkLst>
            <pc:docMk/>
            <pc:sldMk cId="1071379434" sldId="265"/>
            <ac:spMk id="11" creationId="{00D22EF2-412D-B423-FE23-C86DC205E1E4}"/>
          </ac:spMkLst>
        </pc:spChg>
        <pc:spChg chg="add mod">
          <ac:chgData name="GEORGIOS DIMITRAKOPOULOS" userId="0614bc40-ecc2-4674-8a86-e5df437c2e7b" providerId="ADAL" clId="{241D36BE-FE1E-4FC3-99E3-E69D34DF589D}" dt="2026-10-14T13:11:05.151" v="654" actId="207"/>
          <ac:spMkLst>
            <pc:docMk/>
            <pc:sldMk cId="1071379434" sldId="265"/>
            <ac:spMk id="12" creationId="{762FF41E-2F9F-EB11-C3EC-B1EFDF24685C}"/>
          </ac:spMkLst>
        </pc:spChg>
        <pc:spChg chg="add mod">
          <ac:chgData name="GEORGIOS DIMITRAKOPOULOS" userId="0614bc40-ecc2-4674-8a86-e5df437c2e7b" providerId="ADAL" clId="{241D36BE-FE1E-4FC3-99E3-E69D34DF589D}" dt="2026-10-14T13:10:11.345" v="640" actId="6549"/>
          <ac:spMkLst>
            <pc:docMk/>
            <pc:sldMk cId="1071379434" sldId="265"/>
            <ac:spMk id="14" creationId="{397175CE-6234-DA2B-3CC0-C45A79353FD4}"/>
          </ac:spMkLst>
        </pc:spChg>
        <pc:spChg chg="add mod">
          <ac:chgData name="GEORGIOS DIMITRAKOPOULOS" userId="0614bc40-ecc2-4674-8a86-e5df437c2e7b" providerId="ADAL" clId="{241D36BE-FE1E-4FC3-99E3-E69D34DF589D}" dt="2026-10-14T13:11:11.053" v="655" actId="207"/>
          <ac:spMkLst>
            <pc:docMk/>
            <pc:sldMk cId="1071379434" sldId="265"/>
            <ac:spMk id="15" creationId="{B8F07EB4-3F18-B737-8BB2-0201F770D576}"/>
          </ac:spMkLst>
        </pc:spChg>
        <pc:spChg chg="add mod">
          <ac:chgData name="GEORGIOS DIMITRAKOPOULOS" userId="0614bc40-ecc2-4674-8a86-e5df437c2e7b" providerId="ADAL" clId="{241D36BE-FE1E-4FC3-99E3-E69D34DF589D}" dt="2026-10-14T13:10:18.709" v="651" actId="20577"/>
          <ac:spMkLst>
            <pc:docMk/>
            <pc:sldMk cId="1071379434" sldId="265"/>
            <ac:spMk id="17" creationId="{8F0E9ED2-2F9C-02B3-51A9-5635CFC28A39}"/>
          </ac:spMkLst>
        </pc:spChg>
      </pc:sldChg>
      <pc:sldChg chg="addSp delSp modSp mod ord">
        <pc:chgData name="GEORGIOS DIMITRAKOPOULOS" userId="0614bc40-ecc2-4674-8a86-e5df437c2e7b" providerId="ADAL" clId="{241D36BE-FE1E-4FC3-99E3-E69D34DF589D}" dt="2026-10-14T14:16:22.702" v="1006" actId="27636"/>
        <pc:sldMkLst>
          <pc:docMk/>
          <pc:sldMk cId="3346207943" sldId="266"/>
        </pc:sldMkLst>
        <pc:spChg chg="mod">
          <ac:chgData name="GEORGIOS DIMITRAKOPOULOS" userId="0614bc40-ecc2-4674-8a86-e5df437c2e7b" providerId="ADAL" clId="{241D36BE-FE1E-4FC3-99E3-E69D34DF589D}" dt="2026-10-14T14:16:22.702" v="1006" actId="27636"/>
          <ac:spMkLst>
            <pc:docMk/>
            <pc:sldMk cId="3346207943" sldId="266"/>
            <ac:spMk id="3" creationId="{C586D130-D918-B146-9ACE-50C545F7AE99}"/>
          </ac:spMkLst>
        </pc:spChg>
        <pc:spChg chg="add">
          <ac:chgData name="GEORGIOS DIMITRAKOPOULOS" userId="0614bc40-ecc2-4674-8a86-e5df437c2e7b" providerId="ADAL" clId="{241D36BE-FE1E-4FC3-99E3-E69D34DF589D}" dt="2026-10-14T13:12:40.580" v="678" actId="22"/>
          <ac:spMkLst>
            <pc:docMk/>
            <pc:sldMk cId="3346207943" sldId="266"/>
            <ac:spMk id="4" creationId="{BE0915D4-C1BC-19E7-244A-F9E3452CABF8}"/>
          </ac:spMkLst>
        </pc:spChg>
        <pc:spChg chg="add mod">
          <ac:chgData name="GEORGIOS DIMITRAKOPOULOS" userId="0614bc40-ecc2-4674-8a86-e5df437c2e7b" providerId="ADAL" clId="{241D36BE-FE1E-4FC3-99E3-E69D34DF589D}" dt="2026-10-01T13:35:50.884" v="78" actId="20577"/>
          <ac:spMkLst>
            <pc:docMk/>
            <pc:sldMk cId="3346207943" sldId="266"/>
            <ac:spMk id="5" creationId="{0CB9552F-270B-D047-0B80-D40509AC5450}"/>
          </ac:spMkLst>
        </pc:spChg>
        <pc:spChg chg="add">
          <ac:chgData name="GEORGIOS DIMITRAKOPOULOS" userId="0614bc40-ecc2-4674-8a86-e5df437c2e7b" providerId="ADAL" clId="{241D36BE-FE1E-4FC3-99E3-E69D34DF589D}" dt="2026-10-14T13:12:40.580" v="678" actId="22"/>
          <ac:spMkLst>
            <pc:docMk/>
            <pc:sldMk cId="3346207943" sldId="266"/>
            <ac:spMk id="7" creationId="{445A3C4A-95E8-97F7-FD1B-DECB00C34D3E}"/>
          </ac:spMkLst>
        </pc:spChg>
        <pc:spChg chg="add">
          <ac:chgData name="GEORGIOS DIMITRAKOPOULOS" userId="0614bc40-ecc2-4674-8a86-e5df437c2e7b" providerId="ADAL" clId="{241D36BE-FE1E-4FC3-99E3-E69D34DF589D}" dt="2026-10-14T13:12:40.580" v="678" actId="22"/>
          <ac:spMkLst>
            <pc:docMk/>
            <pc:sldMk cId="3346207943" sldId="266"/>
            <ac:spMk id="9" creationId="{77F4C41B-6099-CE1B-8425-3649371203FB}"/>
          </ac:spMkLst>
        </pc:spChg>
        <pc:spChg chg="add">
          <ac:chgData name="GEORGIOS DIMITRAKOPOULOS" userId="0614bc40-ecc2-4674-8a86-e5df437c2e7b" providerId="ADAL" clId="{241D36BE-FE1E-4FC3-99E3-E69D34DF589D}" dt="2026-10-14T13:12:40.580" v="678" actId="22"/>
          <ac:spMkLst>
            <pc:docMk/>
            <pc:sldMk cId="3346207943" sldId="266"/>
            <ac:spMk id="11" creationId="{1BB88D7E-CA97-F31F-676C-C3C5D9F9A9B1}"/>
          </ac:spMkLst>
        </pc:spChg>
        <pc:spChg chg="add">
          <ac:chgData name="GEORGIOS DIMITRAKOPOULOS" userId="0614bc40-ecc2-4674-8a86-e5df437c2e7b" providerId="ADAL" clId="{241D36BE-FE1E-4FC3-99E3-E69D34DF589D}" dt="2026-10-14T13:12:40.580" v="678" actId="22"/>
          <ac:spMkLst>
            <pc:docMk/>
            <pc:sldMk cId="3346207943" sldId="266"/>
            <ac:spMk id="13" creationId="{2C188417-4BC3-06C1-3023-9212C771CB80}"/>
          </ac:spMkLst>
        </pc:spChg>
        <pc:spChg chg="add">
          <ac:chgData name="GEORGIOS DIMITRAKOPOULOS" userId="0614bc40-ecc2-4674-8a86-e5df437c2e7b" providerId="ADAL" clId="{241D36BE-FE1E-4FC3-99E3-E69D34DF589D}" dt="2026-10-14T13:12:40.580" v="678" actId="22"/>
          <ac:spMkLst>
            <pc:docMk/>
            <pc:sldMk cId="3346207943" sldId="266"/>
            <ac:spMk id="15" creationId="{E528933C-B26B-C9C0-19F4-BDF4322C815B}"/>
          </ac:spMkLst>
        </pc:spChg>
        <pc:spChg chg="add">
          <ac:chgData name="GEORGIOS DIMITRAKOPOULOS" userId="0614bc40-ecc2-4674-8a86-e5df437c2e7b" providerId="ADAL" clId="{241D36BE-FE1E-4FC3-99E3-E69D34DF589D}" dt="2026-10-14T13:12:40.580" v="678" actId="22"/>
          <ac:spMkLst>
            <pc:docMk/>
            <pc:sldMk cId="3346207943" sldId="266"/>
            <ac:spMk id="17" creationId="{EFCC482F-E8FB-CFB7-88DD-916AFDE4AAAD}"/>
          </ac:spMkLst>
        </pc:spChg>
        <pc:spChg chg="add">
          <ac:chgData name="GEORGIOS DIMITRAKOPOULOS" userId="0614bc40-ecc2-4674-8a86-e5df437c2e7b" providerId="ADAL" clId="{241D36BE-FE1E-4FC3-99E3-E69D34DF589D}" dt="2026-10-14T13:12:40.580" v="678" actId="22"/>
          <ac:spMkLst>
            <pc:docMk/>
            <pc:sldMk cId="3346207943" sldId="266"/>
            <ac:spMk id="19" creationId="{894E827A-AA9A-34DD-B70F-AA0062B1CDB9}"/>
          </ac:spMkLst>
        </pc:spChg>
      </pc:sldChg>
      <pc:sldChg chg="modSp add mod">
        <pc:chgData name="GEORGIOS DIMITRAKOPOULOS" userId="0614bc40-ecc2-4674-8a86-e5df437c2e7b" providerId="ADAL" clId="{241D36BE-FE1E-4FC3-99E3-E69D34DF589D}" dt="2026-10-14T14:42:26.479" v="1122" actId="20577"/>
        <pc:sldMkLst>
          <pc:docMk/>
          <pc:sldMk cId="2239308219" sldId="267"/>
        </pc:sldMkLst>
        <pc:spChg chg="mod">
          <ac:chgData name="GEORGIOS DIMITRAKOPOULOS" userId="0614bc40-ecc2-4674-8a86-e5df437c2e7b" providerId="ADAL" clId="{241D36BE-FE1E-4FC3-99E3-E69D34DF589D}" dt="2026-10-14T14:42:26.479" v="1122" actId="20577"/>
          <ac:spMkLst>
            <pc:docMk/>
            <pc:sldMk cId="2239308219" sldId="267"/>
            <ac:spMk id="3" creationId="{5F0F21B1-4798-4943-CAD6-570EDCE84EA3}"/>
          </ac:spMkLst>
        </pc:spChg>
      </pc:sldChg>
      <pc:sldChg chg="del">
        <pc:chgData name="GEORGIOS DIMITRAKOPOULOS" userId="0614bc40-ecc2-4674-8a86-e5df437c2e7b" providerId="ADAL" clId="{241D36BE-FE1E-4FC3-99E3-E69D34DF589D}" dt="2026-10-14T13:13:39.145" v="685" actId="2696"/>
        <pc:sldMkLst>
          <pc:docMk/>
          <pc:sldMk cId="2727502433" sldId="267"/>
        </pc:sldMkLst>
      </pc:sldChg>
      <pc:sldChg chg="del">
        <pc:chgData name="GEORGIOS DIMITRAKOPOULOS" userId="0614bc40-ecc2-4674-8a86-e5df437c2e7b" providerId="ADAL" clId="{241D36BE-FE1E-4FC3-99E3-E69D34DF589D}" dt="2026-10-14T13:13:39.145" v="685" actId="2696"/>
        <pc:sldMkLst>
          <pc:docMk/>
          <pc:sldMk cId="349450543" sldId="268"/>
        </pc:sldMkLst>
      </pc:sldChg>
      <pc:sldChg chg="modSp add mod">
        <pc:chgData name="GEORGIOS DIMITRAKOPOULOS" userId="0614bc40-ecc2-4674-8a86-e5df437c2e7b" providerId="ADAL" clId="{241D36BE-FE1E-4FC3-99E3-E69D34DF589D}" dt="2026-10-14T14:16:22.770" v="1009" actId="27636"/>
        <pc:sldMkLst>
          <pc:docMk/>
          <pc:sldMk cId="948856376" sldId="268"/>
        </pc:sldMkLst>
        <pc:spChg chg="mod">
          <ac:chgData name="GEORGIOS DIMITRAKOPOULOS" userId="0614bc40-ecc2-4674-8a86-e5df437c2e7b" providerId="ADAL" clId="{241D36BE-FE1E-4FC3-99E3-E69D34DF589D}" dt="2026-10-14T14:16:22.770" v="1009" actId="27636"/>
          <ac:spMkLst>
            <pc:docMk/>
            <pc:sldMk cId="948856376" sldId="268"/>
            <ac:spMk id="3" creationId="{07249AE9-7B2D-8864-2284-A1396825BED5}"/>
          </ac:spMkLst>
        </pc:spChg>
      </pc:sldChg>
      <pc:sldChg chg="modSp del mod">
        <pc:chgData name="GEORGIOS DIMITRAKOPOULOS" userId="0614bc40-ecc2-4674-8a86-e5df437c2e7b" providerId="ADAL" clId="{241D36BE-FE1E-4FC3-99E3-E69D34DF589D}" dt="2026-10-14T13:13:39.145" v="685" actId="2696"/>
        <pc:sldMkLst>
          <pc:docMk/>
          <pc:sldMk cId="1291760418" sldId="269"/>
        </pc:sldMkLst>
      </pc:sldChg>
      <pc:sldChg chg="modSp add mod">
        <pc:chgData name="GEORGIOS DIMITRAKOPOULOS" userId="0614bc40-ecc2-4674-8a86-e5df437c2e7b" providerId="ADAL" clId="{241D36BE-FE1E-4FC3-99E3-E69D34DF589D}" dt="2026-10-14T14:39:11.578" v="1085" actId="6549"/>
        <pc:sldMkLst>
          <pc:docMk/>
          <pc:sldMk cId="3177964805" sldId="269"/>
        </pc:sldMkLst>
        <pc:spChg chg="mod">
          <ac:chgData name="GEORGIOS DIMITRAKOPOULOS" userId="0614bc40-ecc2-4674-8a86-e5df437c2e7b" providerId="ADAL" clId="{241D36BE-FE1E-4FC3-99E3-E69D34DF589D}" dt="2026-10-14T14:39:11.578" v="1085" actId="6549"/>
          <ac:spMkLst>
            <pc:docMk/>
            <pc:sldMk cId="3177964805" sldId="269"/>
            <ac:spMk id="3" creationId="{18FAA1C8-D1CF-9104-5539-3974F7CD221C}"/>
          </ac:spMkLst>
        </pc:spChg>
      </pc:sldChg>
      <pc:sldChg chg="add">
        <pc:chgData name="GEORGIOS DIMITRAKOPOULOS" userId="0614bc40-ecc2-4674-8a86-e5df437c2e7b" providerId="ADAL" clId="{241D36BE-FE1E-4FC3-99E3-E69D34DF589D}" dt="2026-10-14T13:13:46.977" v="686"/>
        <pc:sldMkLst>
          <pc:docMk/>
          <pc:sldMk cId="1642604765" sldId="270"/>
        </pc:sldMkLst>
      </pc:sldChg>
      <pc:sldChg chg="del">
        <pc:chgData name="GEORGIOS DIMITRAKOPOULOS" userId="0614bc40-ecc2-4674-8a86-e5df437c2e7b" providerId="ADAL" clId="{241D36BE-FE1E-4FC3-99E3-E69D34DF589D}" dt="2026-10-14T13:13:39.145" v="685" actId="2696"/>
        <pc:sldMkLst>
          <pc:docMk/>
          <pc:sldMk cId="3575865859" sldId="270"/>
        </pc:sldMkLst>
      </pc:sldChg>
      <pc:sldChg chg="modSp mod ord">
        <pc:chgData name="GEORGIOS DIMITRAKOPOULOS" userId="0614bc40-ecc2-4674-8a86-e5df437c2e7b" providerId="ADAL" clId="{241D36BE-FE1E-4FC3-99E3-E69D34DF589D}" dt="2026-10-14T13:15:55.947" v="694" actId="6549"/>
        <pc:sldMkLst>
          <pc:docMk/>
          <pc:sldMk cId="1189526192" sldId="274"/>
        </pc:sldMkLst>
        <pc:spChg chg="mod">
          <ac:chgData name="GEORGIOS DIMITRAKOPOULOS" userId="0614bc40-ecc2-4674-8a86-e5df437c2e7b" providerId="ADAL" clId="{241D36BE-FE1E-4FC3-99E3-E69D34DF589D}" dt="2026-10-14T13:15:55.947" v="694" actId="6549"/>
          <ac:spMkLst>
            <pc:docMk/>
            <pc:sldMk cId="1189526192" sldId="274"/>
            <ac:spMk id="3" creationId="{0D517FFD-CF5C-0367-8535-0639E86BEC85}"/>
          </ac:spMkLst>
        </pc:spChg>
      </pc:sldChg>
      <pc:sldChg chg="modSp mod ord">
        <pc:chgData name="GEORGIOS DIMITRAKOPOULOS" userId="0614bc40-ecc2-4674-8a86-e5df437c2e7b" providerId="ADAL" clId="{241D36BE-FE1E-4FC3-99E3-E69D34DF589D}" dt="2026-10-14T14:16:22.845" v="1012" actId="27636"/>
        <pc:sldMkLst>
          <pc:docMk/>
          <pc:sldMk cId="3098851547" sldId="275"/>
        </pc:sldMkLst>
        <pc:spChg chg="mod">
          <ac:chgData name="GEORGIOS DIMITRAKOPOULOS" userId="0614bc40-ecc2-4674-8a86-e5df437c2e7b" providerId="ADAL" clId="{241D36BE-FE1E-4FC3-99E3-E69D34DF589D}" dt="2026-10-14T14:16:22.845" v="1012" actId="27636"/>
          <ac:spMkLst>
            <pc:docMk/>
            <pc:sldMk cId="3098851547" sldId="275"/>
            <ac:spMk id="3" creationId="{DCD8C0D8-E584-B7CD-BFD9-E38039CE135C}"/>
          </ac:spMkLst>
        </pc:spChg>
      </pc:sldChg>
      <pc:sldChg chg="modSp mod ord">
        <pc:chgData name="GEORGIOS DIMITRAKOPOULOS" userId="0614bc40-ecc2-4674-8a86-e5df437c2e7b" providerId="ADAL" clId="{241D36BE-FE1E-4FC3-99E3-E69D34DF589D}" dt="2026-10-14T14:16:22.859" v="1013" actId="27636"/>
        <pc:sldMkLst>
          <pc:docMk/>
          <pc:sldMk cId="3798736971" sldId="276"/>
        </pc:sldMkLst>
        <pc:spChg chg="mod">
          <ac:chgData name="GEORGIOS DIMITRAKOPOULOS" userId="0614bc40-ecc2-4674-8a86-e5df437c2e7b" providerId="ADAL" clId="{241D36BE-FE1E-4FC3-99E3-E69D34DF589D}" dt="2026-10-14T14:16:22.859" v="1013" actId="27636"/>
          <ac:spMkLst>
            <pc:docMk/>
            <pc:sldMk cId="3798736971" sldId="276"/>
            <ac:spMk id="3" creationId="{7D0092F8-EEE4-3D5F-3EAD-9A26CABF4147}"/>
          </ac:spMkLst>
        </pc:spChg>
      </pc:sldChg>
      <pc:sldChg chg="modSp mod ord">
        <pc:chgData name="GEORGIOS DIMITRAKOPOULOS" userId="0614bc40-ecc2-4674-8a86-e5df437c2e7b" providerId="ADAL" clId="{241D36BE-FE1E-4FC3-99E3-E69D34DF589D}" dt="2026-10-14T14:16:22.875" v="1014" actId="27636"/>
        <pc:sldMkLst>
          <pc:docMk/>
          <pc:sldMk cId="2100044696" sldId="277"/>
        </pc:sldMkLst>
        <pc:spChg chg="mod">
          <ac:chgData name="GEORGIOS DIMITRAKOPOULOS" userId="0614bc40-ecc2-4674-8a86-e5df437c2e7b" providerId="ADAL" clId="{241D36BE-FE1E-4FC3-99E3-E69D34DF589D}" dt="2026-10-14T14:16:22.875" v="1014" actId="27636"/>
          <ac:spMkLst>
            <pc:docMk/>
            <pc:sldMk cId="2100044696" sldId="277"/>
            <ac:spMk id="3" creationId="{B0BE599D-AC7F-43BB-DF54-5475B2E769FD}"/>
          </ac:spMkLst>
        </pc:spChg>
      </pc:sldChg>
      <pc:sldChg chg="ord">
        <pc:chgData name="GEORGIOS DIMITRAKOPOULOS" userId="0614bc40-ecc2-4674-8a86-e5df437c2e7b" providerId="ADAL" clId="{241D36BE-FE1E-4FC3-99E3-E69D34DF589D}" dt="2026-10-14T13:14:57.858" v="689"/>
        <pc:sldMkLst>
          <pc:docMk/>
          <pc:sldMk cId="3668623321" sldId="278"/>
        </pc:sldMkLst>
      </pc:sldChg>
      <pc:sldChg chg="del">
        <pc:chgData name="GEORGIOS DIMITRAKOPOULOS" userId="0614bc40-ecc2-4674-8a86-e5df437c2e7b" providerId="ADAL" clId="{241D36BE-FE1E-4FC3-99E3-E69D34DF589D}" dt="2026-10-14T13:19:25.413" v="746" actId="47"/>
        <pc:sldMkLst>
          <pc:docMk/>
          <pc:sldMk cId="1801519945" sldId="279"/>
        </pc:sldMkLst>
      </pc:sldChg>
      <pc:sldChg chg="ord">
        <pc:chgData name="GEORGIOS DIMITRAKOPOULOS" userId="0614bc40-ecc2-4674-8a86-e5df437c2e7b" providerId="ADAL" clId="{241D36BE-FE1E-4FC3-99E3-E69D34DF589D}" dt="2026-10-14T13:19:41.144" v="748"/>
        <pc:sldMkLst>
          <pc:docMk/>
          <pc:sldMk cId="3440531844" sldId="280"/>
        </pc:sldMkLst>
      </pc:sldChg>
      <pc:sldChg chg="ord">
        <pc:chgData name="GEORGIOS DIMITRAKOPOULOS" userId="0614bc40-ecc2-4674-8a86-e5df437c2e7b" providerId="ADAL" clId="{241D36BE-FE1E-4FC3-99E3-E69D34DF589D}" dt="2026-10-14T13:19:41.144" v="748"/>
        <pc:sldMkLst>
          <pc:docMk/>
          <pc:sldMk cId="3112912614" sldId="281"/>
        </pc:sldMkLst>
      </pc:sldChg>
      <pc:sldChg chg="modSp mod ord">
        <pc:chgData name="GEORGIOS DIMITRAKOPOULOS" userId="0614bc40-ecc2-4674-8a86-e5df437c2e7b" providerId="ADAL" clId="{241D36BE-FE1E-4FC3-99E3-E69D34DF589D}" dt="2026-10-14T14:44:07.013" v="1139" actId="20577"/>
        <pc:sldMkLst>
          <pc:docMk/>
          <pc:sldMk cId="1521340995" sldId="282"/>
        </pc:sldMkLst>
        <pc:spChg chg="mod">
          <ac:chgData name="GEORGIOS DIMITRAKOPOULOS" userId="0614bc40-ecc2-4674-8a86-e5df437c2e7b" providerId="ADAL" clId="{241D36BE-FE1E-4FC3-99E3-E69D34DF589D}" dt="2026-10-14T14:44:07.013" v="1139" actId="20577"/>
          <ac:spMkLst>
            <pc:docMk/>
            <pc:sldMk cId="1521340995" sldId="282"/>
            <ac:spMk id="3" creationId="{145B1EA9-4050-69CB-3BAA-786D3D60334F}"/>
          </ac:spMkLst>
        </pc:spChg>
      </pc:sldChg>
      <pc:sldChg chg="ord">
        <pc:chgData name="GEORGIOS DIMITRAKOPOULOS" userId="0614bc40-ecc2-4674-8a86-e5df437c2e7b" providerId="ADAL" clId="{241D36BE-FE1E-4FC3-99E3-E69D34DF589D}" dt="2026-10-14T13:19:41.144" v="748"/>
        <pc:sldMkLst>
          <pc:docMk/>
          <pc:sldMk cId="1646704123" sldId="283"/>
        </pc:sldMkLst>
      </pc:sldChg>
      <pc:sldChg chg="modSp mod ord">
        <pc:chgData name="GEORGIOS DIMITRAKOPOULOS" userId="0614bc40-ecc2-4674-8a86-e5df437c2e7b" providerId="ADAL" clId="{241D36BE-FE1E-4FC3-99E3-E69D34DF589D}" dt="2026-10-14T14:53:07.922" v="1412" actId="20577"/>
        <pc:sldMkLst>
          <pc:docMk/>
          <pc:sldMk cId="1553863718" sldId="284"/>
        </pc:sldMkLst>
        <pc:spChg chg="mod">
          <ac:chgData name="GEORGIOS DIMITRAKOPOULOS" userId="0614bc40-ecc2-4674-8a86-e5df437c2e7b" providerId="ADAL" clId="{241D36BE-FE1E-4FC3-99E3-E69D34DF589D}" dt="2026-10-14T14:52:47.555" v="1408" actId="20577"/>
          <ac:spMkLst>
            <pc:docMk/>
            <pc:sldMk cId="1553863718" sldId="284"/>
            <ac:spMk id="2" creationId="{A7F12B2C-2EBB-4044-B397-2EFA1F37F9C9}"/>
          </ac:spMkLst>
        </pc:spChg>
        <pc:spChg chg="mod">
          <ac:chgData name="GEORGIOS DIMITRAKOPOULOS" userId="0614bc40-ecc2-4674-8a86-e5df437c2e7b" providerId="ADAL" clId="{241D36BE-FE1E-4FC3-99E3-E69D34DF589D}" dt="2026-10-14T14:53:07.922" v="1412" actId="20577"/>
          <ac:spMkLst>
            <pc:docMk/>
            <pc:sldMk cId="1553863718" sldId="284"/>
            <ac:spMk id="3" creationId="{CF91B15E-C03E-7099-9335-1345302A7FAD}"/>
          </ac:spMkLst>
        </pc:spChg>
      </pc:sldChg>
      <pc:sldChg chg="modSp del mod">
        <pc:chgData name="GEORGIOS DIMITRAKOPOULOS" userId="0614bc40-ecc2-4674-8a86-e5df437c2e7b" providerId="ADAL" clId="{241D36BE-FE1E-4FC3-99E3-E69D34DF589D}" dt="2026-10-14T13:21:16.256" v="822" actId="47"/>
        <pc:sldMkLst>
          <pc:docMk/>
          <pc:sldMk cId="1811290920" sldId="285"/>
        </pc:sldMkLst>
        <pc:spChg chg="mod">
          <ac:chgData name="GEORGIOS DIMITRAKOPOULOS" userId="0614bc40-ecc2-4674-8a86-e5df437c2e7b" providerId="ADAL" clId="{241D36BE-FE1E-4FC3-99E3-E69D34DF589D}" dt="2026-10-14T13:21:02.098" v="821" actId="21"/>
          <ac:spMkLst>
            <pc:docMk/>
            <pc:sldMk cId="1811290920" sldId="285"/>
            <ac:spMk id="3" creationId="{9D4813C1-1C37-FB65-28F6-FB48278BAB33}"/>
          </ac:spMkLst>
        </pc:spChg>
      </pc:sldChg>
      <pc:sldChg chg="del">
        <pc:chgData name="GEORGIOS DIMITRAKOPOULOS" userId="0614bc40-ecc2-4674-8a86-e5df437c2e7b" providerId="ADAL" clId="{241D36BE-FE1E-4FC3-99E3-E69D34DF589D}" dt="2026-10-14T13:21:18.952" v="823" actId="47"/>
        <pc:sldMkLst>
          <pc:docMk/>
          <pc:sldMk cId="3379032820" sldId="286"/>
        </pc:sldMkLst>
      </pc:sldChg>
      <pc:sldChg chg="del">
        <pc:chgData name="GEORGIOS DIMITRAKOPOULOS" userId="0614bc40-ecc2-4674-8a86-e5df437c2e7b" providerId="ADAL" clId="{241D36BE-FE1E-4FC3-99E3-E69D34DF589D}" dt="2026-10-14T13:21:21.570" v="824" actId="47"/>
        <pc:sldMkLst>
          <pc:docMk/>
          <pc:sldMk cId="2307867319" sldId="287"/>
        </pc:sldMkLst>
      </pc:sldChg>
      <pc:sldChg chg="del">
        <pc:chgData name="GEORGIOS DIMITRAKOPOULOS" userId="0614bc40-ecc2-4674-8a86-e5df437c2e7b" providerId="ADAL" clId="{241D36BE-FE1E-4FC3-99E3-E69D34DF589D}" dt="2026-10-14T13:26:41.302" v="825" actId="47"/>
        <pc:sldMkLst>
          <pc:docMk/>
          <pc:sldMk cId="3357437680" sldId="288"/>
        </pc:sldMkLst>
      </pc:sldChg>
      <pc:sldChg chg="del">
        <pc:chgData name="GEORGIOS DIMITRAKOPOULOS" userId="0614bc40-ecc2-4674-8a86-e5df437c2e7b" providerId="ADAL" clId="{241D36BE-FE1E-4FC3-99E3-E69D34DF589D}" dt="2026-10-14T13:26:42.427" v="826" actId="47"/>
        <pc:sldMkLst>
          <pc:docMk/>
          <pc:sldMk cId="2777484895" sldId="290"/>
        </pc:sldMkLst>
      </pc:sldChg>
      <pc:sldChg chg="addSp delSp modSp mod ord">
        <pc:chgData name="GEORGIOS DIMITRAKOPOULOS" userId="0614bc40-ecc2-4674-8a86-e5df437c2e7b" providerId="ADAL" clId="{241D36BE-FE1E-4FC3-99E3-E69D34DF589D}" dt="2026-10-14T14:42:11.414" v="1121" actId="20577"/>
        <pc:sldMkLst>
          <pc:docMk/>
          <pc:sldMk cId="903011266" sldId="291"/>
        </pc:sldMkLst>
        <pc:spChg chg="mod">
          <ac:chgData name="GEORGIOS DIMITRAKOPOULOS" userId="0614bc40-ecc2-4674-8a86-e5df437c2e7b" providerId="ADAL" clId="{241D36BE-FE1E-4FC3-99E3-E69D34DF589D}" dt="2026-10-14T14:41:05.001" v="1104" actId="6549"/>
          <ac:spMkLst>
            <pc:docMk/>
            <pc:sldMk cId="903011266" sldId="291"/>
            <ac:spMk id="2" creationId="{5A4CAC1B-29D2-1560-2D1E-EC91B50307F3}"/>
          </ac:spMkLst>
        </pc:spChg>
        <pc:spChg chg="mod">
          <ac:chgData name="GEORGIOS DIMITRAKOPOULOS" userId="0614bc40-ecc2-4674-8a86-e5df437c2e7b" providerId="ADAL" clId="{241D36BE-FE1E-4FC3-99E3-E69D34DF589D}" dt="2026-10-14T14:42:11.414" v="1121" actId="20577"/>
          <ac:spMkLst>
            <pc:docMk/>
            <pc:sldMk cId="903011266" sldId="291"/>
            <ac:spMk id="3" creationId="{56497AB0-5D95-7EBA-4CCE-7DE544CE7AE4}"/>
          </ac:spMkLst>
        </pc:spChg>
        <pc:spChg chg="add del mod">
          <ac:chgData name="GEORGIOS DIMITRAKOPOULOS" userId="0614bc40-ecc2-4674-8a86-e5df437c2e7b" providerId="ADAL" clId="{241D36BE-FE1E-4FC3-99E3-E69D34DF589D}" dt="2026-10-14T13:18:19.116" v="737"/>
          <ac:spMkLst>
            <pc:docMk/>
            <pc:sldMk cId="903011266" sldId="291"/>
            <ac:spMk id="6" creationId="{19DD0E0D-7841-D41A-731B-9F0156E92E4A}"/>
          </ac:spMkLst>
        </pc:spChg>
        <pc:picChg chg="add mod">
          <ac:chgData name="GEORGIOS DIMITRAKOPOULOS" userId="0614bc40-ecc2-4674-8a86-e5df437c2e7b" providerId="ADAL" clId="{241D36BE-FE1E-4FC3-99E3-E69D34DF589D}" dt="2026-10-14T14:41:46.419" v="1108" actId="1076"/>
          <ac:picMkLst>
            <pc:docMk/>
            <pc:sldMk cId="903011266" sldId="291"/>
            <ac:picMk id="4" creationId="{A961ED22-CFD3-2A5F-FD2F-517E0F7BF2EB}"/>
          </ac:picMkLst>
        </pc:picChg>
        <pc:picChg chg="del mod">
          <ac:chgData name="GEORGIOS DIMITRAKOPOULOS" userId="0614bc40-ecc2-4674-8a86-e5df437c2e7b" providerId="ADAL" clId="{241D36BE-FE1E-4FC3-99E3-E69D34DF589D}" dt="2026-10-14T14:41:43.384" v="1105" actId="478"/>
          <ac:picMkLst>
            <pc:docMk/>
            <pc:sldMk cId="903011266" sldId="291"/>
            <ac:picMk id="5" creationId="{0F519D9D-B683-3696-E260-15A4CA1767DF}"/>
          </ac:picMkLst>
        </pc:picChg>
      </pc:sldChg>
      <pc:sldChg chg="modSp mod">
        <pc:chgData name="GEORGIOS DIMITRAKOPOULOS" userId="0614bc40-ecc2-4674-8a86-e5df437c2e7b" providerId="ADAL" clId="{241D36BE-FE1E-4FC3-99E3-E69D34DF589D}" dt="2026-10-14T13:28:21.414" v="861" actId="6549"/>
        <pc:sldMkLst>
          <pc:docMk/>
          <pc:sldMk cId="4025069252" sldId="292"/>
        </pc:sldMkLst>
        <pc:spChg chg="mod">
          <ac:chgData name="GEORGIOS DIMITRAKOPOULOS" userId="0614bc40-ecc2-4674-8a86-e5df437c2e7b" providerId="ADAL" clId="{241D36BE-FE1E-4FC3-99E3-E69D34DF589D}" dt="2026-10-14T13:28:21.414" v="861" actId="6549"/>
          <ac:spMkLst>
            <pc:docMk/>
            <pc:sldMk cId="4025069252" sldId="292"/>
            <ac:spMk id="3" creationId="{844BE713-DA7E-EA1F-1431-E9E899E6A6A6}"/>
          </ac:spMkLst>
        </pc:spChg>
      </pc:sldChg>
      <pc:sldChg chg="addSp delSp modSp mod">
        <pc:chgData name="GEORGIOS DIMITRAKOPOULOS" userId="0614bc40-ecc2-4674-8a86-e5df437c2e7b" providerId="ADAL" clId="{241D36BE-FE1E-4FC3-99E3-E69D34DF589D}" dt="2026-10-14T14:48:27.727" v="1201" actId="1076"/>
        <pc:sldMkLst>
          <pc:docMk/>
          <pc:sldMk cId="3388580936" sldId="293"/>
        </pc:sldMkLst>
        <pc:spChg chg="mod">
          <ac:chgData name="GEORGIOS DIMITRAKOPOULOS" userId="0614bc40-ecc2-4674-8a86-e5df437c2e7b" providerId="ADAL" clId="{241D36BE-FE1E-4FC3-99E3-E69D34DF589D}" dt="2026-10-14T13:28:10.390" v="858"/>
          <ac:spMkLst>
            <pc:docMk/>
            <pc:sldMk cId="3388580936" sldId="293"/>
            <ac:spMk id="2" creationId="{08A13652-7A69-231F-8C76-99DF0D9D6F80}"/>
          </ac:spMkLst>
        </pc:spChg>
        <pc:picChg chg="add mod modCrop">
          <ac:chgData name="GEORGIOS DIMITRAKOPOULOS" userId="0614bc40-ecc2-4674-8a86-e5df437c2e7b" providerId="ADAL" clId="{241D36BE-FE1E-4FC3-99E3-E69D34DF589D}" dt="2026-10-14T14:48:27.727" v="1201" actId="1076"/>
          <ac:picMkLst>
            <pc:docMk/>
            <pc:sldMk cId="3388580936" sldId="293"/>
            <ac:picMk id="4" creationId="{F4AF8B72-996E-8830-8837-426DA980696F}"/>
          </ac:picMkLst>
        </pc:picChg>
        <pc:picChg chg="del mod">
          <ac:chgData name="GEORGIOS DIMITRAKOPOULOS" userId="0614bc40-ecc2-4674-8a86-e5df437c2e7b" providerId="ADAL" clId="{241D36BE-FE1E-4FC3-99E3-E69D34DF589D}" dt="2026-10-14T14:48:19.059" v="1196" actId="478"/>
          <ac:picMkLst>
            <pc:docMk/>
            <pc:sldMk cId="3388580936" sldId="293"/>
            <ac:picMk id="5" creationId="{75059168-7178-0374-A870-46B53834C4D9}"/>
          </ac:picMkLst>
        </pc:picChg>
      </pc:sldChg>
      <pc:sldChg chg="modSp mod">
        <pc:chgData name="GEORGIOS DIMITRAKOPOULOS" userId="0614bc40-ecc2-4674-8a86-e5df437c2e7b" providerId="ADAL" clId="{241D36BE-FE1E-4FC3-99E3-E69D34DF589D}" dt="2026-10-14T13:30:37.225" v="927" actId="20577"/>
        <pc:sldMkLst>
          <pc:docMk/>
          <pc:sldMk cId="708730548" sldId="294"/>
        </pc:sldMkLst>
        <pc:spChg chg="mod">
          <ac:chgData name="GEORGIOS DIMITRAKOPOULOS" userId="0614bc40-ecc2-4674-8a86-e5df437c2e7b" providerId="ADAL" clId="{241D36BE-FE1E-4FC3-99E3-E69D34DF589D}" dt="2026-10-14T13:28:52.885" v="893" actId="6549"/>
          <ac:spMkLst>
            <pc:docMk/>
            <pc:sldMk cId="708730548" sldId="294"/>
            <ac:spMk id="2" creationId="{9B669B1F-F230-B25E-182D-6FCA08FD3F6A}"/>
          </ac:spMkLst>
        </pc:spChg>
        <pc:spChg chg="mod">
          <ac:chgData name="GEORGIOS DIMITRAKOPOULOS" userId="0614bc40-ecc2-4674-8a86-e5df437c2e7b" providerId="ADAL" clId="{241D36BE-FE1E-4FC3-99E3-E69D34DF589D}" dt="2026-10-14T13:30:37.225" v="927" actId="20577"/>
          <ac:spMkLst>
            <pc:docMk/>
            <pc:sldMk cId="708730548" sldId="294"/>
            <ac:spMk id="3" creationId="{D63228F2-FEE4-A68D-9F05-369D703EF726}"/>
          </ac:spMkLst>
        </pc:spChg>
      </pc:sldChg>
      <pc:sldChg chg="modSp mod">
        <pc:chgData name="GEORGIOS DIMITRAKOPOULOS" userId="0614bc40-ecc2-4674-8a86-e5df437c2e7b" providerId="ADAL" clId="{241D36BE-FE1E-4FC3-99E3-E69D34DF589D}" dt="2026-10-14T14:16:22.910" v="1015" actId="27636"/>
        <pc:sldMkLst>
          <pc:docMk/>
          <pc:sldMk cId="3119386864" sldId="295"/>
        </pc:sldMkLst>
        <pc:spChg chg="mod">
          <ac:chgData name="GEORGIOS DIMITRAKOPOULOS" userId="0614bc40-ecc2-4674-8a86-e5df437c2e7b" providerId="ADAL" clId="{241D36BE-FE1E-4FC3-99E3-E69D34DF589D}" dt="2026-10-14T13:28:55.740" v="894"/>
          <ac:spMkLst>
            <pc:docMk/>
            <pc:sldMk cId="3119386864" sldId="295"/>
            <ac:spMk id="2" creationId="{8C795AD8-016A-16FF-3AB0-A18746317E8B}"/>
          </ac:spMkLst>
        </pc:spChg>
        <pc:spChg chg="mod">
          <ac:chgData name="GEORGIOS DIMITRAKOPOULOS" userId="0614bc40-ecc2-4674-8a86-e5df437c2e7b" providerId="ADAL" clId="{241D36BE-FE1E-4FC3-99E3-E69D34DF589D}" dt="2026-10-14T14:16:22.910" v="1015" actId="27636"/>
          <ac:spMkLst>
            <pc:docMk/>
            <pc:sldMk cId="3119386864" sldId="295"/>
            <ac:spMk id="3" creationId="{3CBE1183-DD22-927D-076F-2E5877F7F257}"/>
          </ac:spMkLst>
        </pc:spChg>
      </pc:sldChg>
      <pc:sldChg chg="modSp mod">
        <pc:chgData name="GEORGIOS DIMITRAKOPOULOS" userId="0614bc40-ecc2-4674-8a86-e5df437c2e7b" providerId="ADAL" clId="{241D36BE-FE1E-4FC3-99E3-E69D34DF589D}" dt="2026-10-14T13:30:31.356" v="924" actId="20577"/>
        <pc:sldMkLst>
          <pc:docMk/>
          <pc:sldMk cId="246379768" sldId="296"/>
        </pc:sldMkLst>
        <pc:spChg chg="mod">
          <ac:chgData name="GEORGIOS DIMITRAKOPOULOS" userId="0614bc40-ecc2-4674-8a86-e5df437c2e7b" providerId="ADAL" clId="{241D36BE-FE1E-4FC3-99E3-E69D34DF589D}" dt="2026-10-14T13:30:31.356" v="924" actId="20577"/>
          <ac:spMkLst>
            <pc:docMk/>
            <pc:sldMk cId="246379768" sldId="296"/>
            <ac:spMk id="3" creationId="{568AD5D0-3055-1E2E-5D9A-433C53524A9B}"/>
          </ac:spMkLst>
        </pc:spChg>
      </pc:sldChg>
      <pc:sldChg chg="modSp mod">
        <pc:chgData name="GEORGIOS DIMITRAKOPOULOS" userId="0614bc40-ecc2-4674-8a86-e5df437c2e7b" providerId="ADAL" clId="{241D36BE-FE1E-4FC3-99E3-E69D34DF589D}" dt="2026-10-14T14:50:49.175" v="1279" actId="20577"/>
        <pc:sldMkLst>
          <pc:docMk/>
          <pc:sldMk cId="1628319097" sldId="297"/>
        </pc:sldMkLst>
        <pc:spChg chg="mod">
          <ac:chgData name="GEORGIOS DIMITRAKOPOULOS" userId="0614bc40-ecc2-4674-8a86-e5df437c2e7b" providerId="ADAL" clId="{241D36BE-FE1E-4FC3-99E3-E69D34DF589D}" dt="2026-10-14T14:49:24.272" v="1209" actId="20577"/>
          <ac:spMkLst>
            <pc:docMk/>
            <pc:sldMk cId="1628319097" sldId="297"/>
            <ac:spMk id="2" creationId="{67153B6E-6DA9-C50D-B185-090D7B561486}"/>
          </ac:spMkLst>
        </pc:spChg>
        <pc:spChg chg="mod">
          <ac:chgData name="GEORGIOS DIMITRAKOPOULOS" userId="0614bc40-ecc2-4674-8a86-e5df437c2e7b" providerId="ADAL" clId="{241D36BE-FE1E-4FC3-99E3-E69D34DF589D}" dt="2026-10-14T14:50:49.175" v="1279" actId="20577"/>
          <ac:spMkLst>
            <pc:docMk/>
            <pc:sldMk cId="1628319097" sldId="297"/>
            <ac:spMk id="3" creationId="{710456C9-0296-2DB9-917F-878E8BF60C59}"/>
          </ac:spMkLst>
        </pc:spChg>
      </pc:sldChg>
      <pc:sldChg chg="addSp delSp modSp mod">
        <pc:chgData name="GEORGIOS DIMITRAKOPOULOS" userId="0614bc40-ecc2-4674-8a86-e5df437c2e7b" providerId="ADAL" clId="{241D36BE-FE1E-4FC3-99E3-E69D34DF589D}" dt="2026-10-14T14:50:54.957" v="1291" actId="20577"/>
        <pc:sldMkLst>
          <pc:docMk/>
          <pc:sldMk cId="2145680757" sldId="298"/>
        </pc:sldMkLst>
        <pc:spChg chg="mod">
          <ac:chgData name="GEORGIOS DIMITRAKOPOULOS" userId="0614bc40-ecc2-4674-8a86-e5df437c2e7b" providerId="ADAL" clId="{241D36BE-FE1E-4FC3-99E3-E69D34DF589D}" dt="2026-10-14T14:50:54.957" v="1291" actId="20577"/>
          <ac:spMkLst>
            <pc:docMk/>
            <pc:sldMk cId="2145680757" sldId="298"/>
            <ac:spMk id="2" creationId="{40B56D40-7524-377D-71D9-82E84E2D7BF1}"/>
          </ac:spMkLst>
        </pc:spChg>
        <pc:picChg chg="add mod">
          <ac:chgData name="GEORGIOS DIMITRAKOPOULOS" userId="0614bc40-ecc2-4674-8a86-e5df437c2e7b" providerId="ADAL" clId="{241D36BE-FE1E-4FC3-99E3-E69D34DF589D}" dt="2026-10-14T14:49:15.104" v="1205" actId="1076"/>
          <ac:picMkLst>
            <pc:docMk/>
            <pc:sldMk cId="2145680757" sldId="298"/>
            <ac:picMk id="4" creationId="{D43ECC62-1350-506C-F2BB-3CD4096EF6A2}"/>
          </ac:picMkLst>
        </pc:picChg>
        <pc:picChg chg="del mod">
          <ac:chgData name="GEORGIOS DIMITRAKOPOULOS" userId="0614bc40-ecc2-4674-8a86-e5df437c2e7b" providerId="ADAL" clId="{241D36BE-FE1E-4FC3-99E3-E69D34DF589D}" dt="2026-10-14T14:49:12.316" v="1202" actId="478"/>
          <ac:picMkLst>
            <pc:docMk/>
            <pc:sldMk cId="2145680757" sldId="298"/>
            <ac:picMk id="5" creationId="{FA966E18-58FF-06CF-DF17-3442B7D4C20F}"/>
          </ac:picMkLst>
        </pc:picChg>
      </pc:sldChg>
      <pc:sldChg chg="modSp mod">
        <pc:chgData name="GEORGIOS DIMITRAKOPOULOS" userId="0614bc40-ecc2-4674-8a86-e5df437c2e7b" providerId="ADAL" clId="{241D36BE-FE1E-4FC3-99E3-E69D34DF589D}" dt="2026-10-14T14:52:43.756" v="1407" actId="6549"/>
        <pc:sldMkLst>
          <pc:docMk/>
          <pc:sldMk cId="2727238507" sldId="299"/>
        </pc:sldMkLst>
        <pc:spChg chg="mod">
          <ac:chgData name="GEORGIOS DIMITRAKOPOULOS" userId="0614bc40-ecc2-4674-8a86-e5df437c2e7b" providerId="ADAL" clId="{241D36BE-FE1E-4FC3-99E3-E69D34DF589D}" dt="2026-10-14T14:51:03.088" v="1313" actId="20577"/>
          <ac:spMkLst>
            <pc:docMk/>
            <pc:sldMk cId="2727238507" sldId="299"/>
            <ac:spMk id="2" creationId="{ADEE597C-B05C-16BF-8955-2C83679B3AF9}"/>
          </ac:spMkLst>
        </pc:spChg>
        <pc:spChg chg="mod">
          <ac:chgData name="GEORGIOS DIMITRAKOPOULOS" userId="0614bc40-ecc2-4674-8a86-e5df437c2e7b" providerId="ADAL" clId="{241D36BE-FE1E-4FC3-99E3-E69D34DF589D}" dt="2026-10-14T14:52:43.756" v="1407" actId="6549"/>
          <ac:spMkLst>
            <pc:docMk/>
            <pc:sldMk cId="2727238507" sldId="299"/>
            <ac:spMk id="3" creationId="{A022DB0C-43D7-9081-952C-2CDB1A4E5E5B}"/>
          </ac:spMkLst>
        </pc:spChg>
      </pc:sldChg>
      <pc:sldChg chg="modSp mod">
        <pc:chgData name="GEORGIOS DIMITRAKOPOULOS" userId="0614bc40-ecc2-4674-8a86-e5df437c2e7b" providerId="ADAL" clId="{241D36BE-FE1E-4FC3-99E3-E69D34DF589D}" dt="2026-10-14T14:53:20.290" v="1413" actId="20577"/>
        <pc:sldMkLst>
          <pc:docMk/>
          <pc:sldMk cId="1128096438" sldId="300"/>
        </pc:sldMkLst>
        <pc:spChg chg="mod">
          <ac:chgData name="GEORGIOS DIMITRAKOPOULOS" userId="0614bc40-ecc2-4674-8a86-e5df437c2e7b" providerId="ADAL" clId="{241D36BE-FE1E-4FC3-99E3-E69D34DF589D}" dt="2026-10-14T14:53:20.290" v="1413" actId="20577"/>
          <ac:spMkLst>
            <pc:docMk/>
            <pc:sldMk cId="1128096438" sldId="300"/>
            <ac:spMk id="3" creationId="{55FEAF3F-BA0B-09B9-1F28-7058C5B0A820}"/>
          </ac:spMkLst>
        </pc:spChg>
      </pc:sldChg>
      <pc:sldChg chg="addSp delSp modSp mod">
        <pc:chgData name="GEORGIOS DIMITRAKOPOULOS" userId="0614bc40-ecc2-4674-8a86-e5df437c2e7b" providerId="ADAL" clId="{241D36BE-FE1E-4FC3-99E3-E69D34DF589D}" dt="2026-10-14T14:53:55.584" v="1417" actId="478"/>
        <pc:sldMkLst>
          <pc:docMk/>
          <pc:sldMk cId="225079934" sldId="301"/>
        </pc:sldMkLst>
        <pc:spChg chg="mod">
          <ac:chgData name="GEORGIOS DIMITRAKOPOULOS" userId="0614bc40-ecc2-4674-8a86-e5df437c2e7b" providerId="ADAL" clId="{241D36BE-FE1E-4FC3-99E3-E69D34DF589D}" dt="2026-10-14T13:32:48.660" v="956" actId="6549"/>
          <ac:spMkLst>
            <pc:docMk/>
            <pc:sldMk cId="225079934" sldId="301"/>
            <ac:spMk id="2" creationId="{B7DD2109-AAD2-55CF-0AD1-2046DFCA44BB}"/>
          </ac:spMkLst>
        </pc:spChg>
        <pc:spChg chg="del">
          <ac:chgData name="GEORGIOS DIMITRAKOPOULOS" userId="0614bc40-ecc2-4674-8a86-e5df437c2e7b" providerId="ADAL" clId="{241D36BE-FE1E-4FC3-99E3-E69D34DF589D}" dt="2026-10-14T14:53:55.584" v="1417" actId="478"/>
          <ac:spMkLst>
            <pc:docMk/>
            <pc:sldMk cId="225079934" sldId="301"/>
            <ac:spMk id="3" creationId="{E296A104-6A7A-9ED5-455C-E8C6BA8036EC}"/>
          </ac:spMkLst>
        </pc:spChg>
        <pc:picChg chg="add">
          <ac:chgData name="GEORGIOS DIMITRAKOPOULOS" userId="0614bc40-ecc2-4674-8a86-e5df437c2e7b" providerId="ADAL" clId="{241D36BE-FE1E-4FC3-99E3-E69D34DF589D}" dt="2026-10-14T14:53:52.113" v="1416"/>
          <ac:picMkLst>
            <pc:docMk/>
            <pc:sldMk cId="225079934" sldId="301"/>
            <ac:picMk id="4" creationId="{50756131-30EF-AE01-A26B-3878FB17EDDC}"/>
          </ac:picMkLst>
        </pc:picChg>
        <pc:picChg chg="del mod">
          <ac:chgData name="GEORGIOS DIMITRAKOPOULOS" userId="0614bc40-ecc2-4674-8a86-e5df437c2e7b" providerId="ADAL" clId="{241D36BE-FE1E-4FC3-99E3-E69D34DF589D}" dt="2026-10-14T14:53:51.371" v="1414" actId="478"/>
          <ac:picMkLst>
            <pc:docMk/>
            <pc:sldMk cId="225079934" sldId="301"/>
            <ac:picMk id="5" creationId="{9F52EF0E-C4D1-A961-FE5E-CEFBAF84F5EA}"/>
          </ac:picMkLst>
        </pc:picChg>
      </pc:sldChg>
      <pc:sldChg chg="modSp mod">
        <pc:chgData name="GEORGIOS DIMITRAKOPOULOS" userId="0614bc40-ecc2-4674-8a86-e5df437c2e7b" providerId="ADAL" clId="{241D36BE-FE1E-4FC3-99E3-E69D34DF589D}" dt="2026-10-14T14:56:12.676" v="1481" actId="20577"/>
        <pc:sldMkLst>
          <pc:docMk/>
          <pc:sldMk cId="352460138" sldId="302"/>
        </pc:sldMkLst>
        <pc:spChg chg="mod">
          <ac:chgData name="GEORGIOS DIMITRAKOPOULOS" userId="0614bc40-ecc2-4674-8a86-e5df437c2e7b" providerId="ADAL" clId="{241D36BE-FE1E-4FC3-99E3-E69D34DF589D}" dt="2026-10-14T13:32:25.568" v="947" actId="20577"/>
          <ac:spMkLst>
            <pc:docMk/>
            <pc:sldMk cId="352460138" sldId="302"/>
            <ac:spMk id="2" creationId="{0FB4CB06-3C6D-20E4-A6C6-BBF2DAE4784E}"/>
          </ac:spMkLst>
        </pc:spChg>
        <pc:spChg chg="mod">
          <ac:chgData name="GEORGIOS DIMITRAKOPOULOS" userId="0614bc40-ecc2-4674-8a86-e5df437c2e7b" providerId="ADAL" clId="{241D36BE-FE1E-4FC3-99E3-E69D34DF589D}" dt="2026-10-14T14:56:12.676" v="1481" actId="20577"/>
          <ac:spMkLst>
            <pc:docMk/>
            <pc:sldMk cId="352460138" sldId="302"/>
            <ac:spMk id="3" creationId="{602CE511-E774-A86D-3E20-CE757851F5DC}"/>
          </ac:spMkLst>
        </pc:spChg>
      </pc:sldChg>
      <pc:sldChg chg="modSp mod">
        <pc:chgData name="GEORGIOS DIMITRAKOPOULOS" userId="0614bc40-ecc2-4674-8a86-e5df437c2e7b" providerId="ADAL" clId="{241D36BE-FE1E-4FC3-99E3-E69D34DF589D}" dt="2026-10-14T13:33:04.548" v="959" actId="20577"/>
        <pc:sldMkLst>
          <pc:docMk/>
          <pc:sldMk cId="3873321714" sldId="303"/>
        </pc:sldMkLst>
        <pc:spChg chg="mod">
          <ac:chgData name="GEORGIOS DIMITRAKOPOULOS" userId="0614bc40-ecc2-4674-8a86-e5df437c2e7b" providerId="ADAL" clId="{241D36BE-FE1E-4FC3-99E3-E69D34DF589D}" dt="2026-10-14T13:32:59.716" v="958" actId="20577"/>
          <ac:spMkLst>
            <pc:docMk/>
            <pc:sldMk cId="3873321714" sldId="303"/>
            <ac:spMk id="2" creationId="{536D4817-FDA9-A898-FF6E-314429D16A04}"/>
          </ac:spMkLst>
        </pc:spChg>
        <pc:spChg chg="mod">
          <ac:chgData name="GEORGIOS DIMITRAKOPOULOS" userId="0614bc40-ecc2-4674-8a86-e5df437c2e7b" providerId="ADAL" clId="{241D36BE-FE1E-4FC3-99E3-E69D34DF589D}" dt="2026-10-14T13:33:04.548" v="959" actId="20577"/>
          <ac:spMkLst>
            <pc:docMk/>
            <pc:sldMk cId="3873321714" sldId="303"/>
            <ac:spMk id="3" creationId="{E974746D-F496-C302-B08D-19B20A13EC68}"/>
          </ac:spMkLst>
        </pc:spChg>
      </pc:sldChg>
      <pc:sldChg chg="addSp delSp modSp new mod">
        <pc:chgData name="GEORGIOS DIMITRAKOPOULOS" userId="0614bc40-ecc2-4674-8a86-e5df437c2e7b" providerId="ADAL" clId="{241D36BE-FE1E-4FC3-99E3-E69D34DF589D}" dt="2026-10-01T13:37:22.857" v="108" actId="20577"/>
        <pc:sldMkLst>
          <pc:docMk/>
          <pc:sldMk cId="2276906108" sldId="304"/>
        </pc:sldMkLst>
        <pc:spChg chg="mod">
          <ac:chgData name="GEORGIOS DIMITRAKOPOULOS" userId="0614bc40-ecc2-4674-8a86-e5df437c2e7b" providerId="ADAL" clId="{241D36BE-FE1E-4FC3-99E3-E69D34DF589D}" dt="2026-10-01T13:37:22.857" v="108" actId="20577"/>
          <ac:spMkLst>
            <pc:docMk/>
            <pc:sldMk cId="2276906108" sldId="304"/>
            <ac:spMk id="2" creationId="{57AAA362-5813-40D0-2317-6A849B8B8816}"/>
          </ac:spMkLst>
        </pc:spChg>
        <pc:graphicFrameChg chg="add mod">
          <ac:chgData name="GEORGIOS DIMITRAKOPOULOS" userId="0614bc40-ecc2-4674-8a86-e5df437c2e7b" providerId="ADAL" clId="{241D36BE-FE1E-4FC3-99E3-E69D34DF589D}" dt="2026-10-01T13:37:19.489" v="97"/>
          <ac:graphicFrameMkLst>
            <pc:docMk/>
            <pc:sldMk cId="2276906108" sldId="304"/>
            <ac:graphicFrameMk id="4" creationId="{0C92E547-DAE5-739B-1090-9FA9B565F4CB}"/>
          </ac:graphicFrameMkLst>
        </pc:graphicFrameChg>
      </pc:sldChg>
      <pc:sldChg chg="modSp new mod ord">
        <pc:chgData name="GEORGIOS DIMITRAKOPOULOS" userId="0614bc40-ecc2-4674-8a86-e5df437c2e7b" providerId="ADAL" clId="{241D36BE-FE1E-4FC3-99E3-E69D34DF589D}" dt="2026-10-01T13:38:10.503" v="136" actId="20577"/>
        <pc:sldMkLst>
          <pc:docMk/>
          <pc:sldMk cId="1470176934" sldId="305"/>
        </pc:sldMkLst>
        <pc:spChg chg="mod">
          <ac:chgData name="GEORGIOS DIMITRAKOPOULOS" userId="0614bc40-ecc2-4674-8a86-e5df437c2e7b" providerId="ADAL" clId="{241D36BE-FE1E-4FC3-99E3-E69D34DF589D}" dt="2026-10-01T13:37:29.829" v="121" actId="20577"/>
          <ac:spMkLst>
            <pc:docMk/>
            <pc:sldMk cId="1470176934" sldId="305"/>
            <ac:spMk id="2" creationId="{8368EFFE-9C3C-4509-AE1F-EA1759A54C73}"/>
          </ac:spMkLst>
        </pc:spChg>
        <pc:spChg chg="mod">
          <ac:chgData name="GEORGIOS DIMITRAKOPOULOS" userId="0614bc40-ecc2-4674-8a86-e5df437c2e7b" providerId="ADAL" clId="{241D36BE-FE1E-4FC3-99E3-E69D34DF589D}" dt="2026-10-01T13:38:10.503" v="136" actId="20577"/>
          <ac:spMkLst>
            <pc:docMk/>
            <pc:sldMk cId="1470176934" sldId="305"/>
            <ac:spMk id="3" creationId="{1CFD305C-C553-CED3-AD75-CE14C379C3BD}"/>
          </ac:spMkLst>
        </pc:spChg>
      </pc:sldChg>
      <pc:sldChg chg="modSp new mod ord">
        <pc:chgData name="GEORGIOS DIMITRAKOPOULOS" userId="0614bc40-ecc2-4674-8a86-e5df437c2e7b" providerId="ADAL" clId="{241D36BE-FE1E-4FC3-99E3-E69D34DF589D}" dt="2026-10-01T13:39:14.780" v="214" actId="20577"/>
        <pc:sldMkLst>
          <pc:docMk/>
          <pc:sldMk cId="3664512822" sldId="306"/>
        </pc:sldMkLst>
        <pc:spChg chg="mod">
          <ac:chgData name="GEORGIOS DIMITRAKOPOULOS" userId="0614bc40-ecc2-4674-8a86-e5df437c2e7b" providerId="ADAL" clId="{241D36BE-FE1E-4FC3-99E3-E69D34DF589D}" dt="2026-10-01T13:38:19.751" v="151" actId="20577"/>
          <ac:spMkLst>
            <pc:docMk/>
            <pc:sldMk cId="3664512822" sldId="306"/>
            <ac:spMk id="2" creationId="{6D47F655-96B9-EDD0-EA70-83E41BE20489}"/>
          </ac:spMkLst>
        </pc:spChg>
        <pc:spChg chg="mod">
          <ac:chgData name="GEORGIOS DIMITRAKOPOULOS" userId="0614bc40-ecc2-4674-8a86-e5df437c2e7b" providerId="ADAL" clId="{241D36BE-FE1E-4FC3-99E3-E69D34DF589D}" dt="2026-10-01T13:39:14.780" v="214" actId="20577"/>
          <ac:spMkLst>
            <pc:docMk/>
            <pc:sldMk cId="3664512822" sldId="306"/>
            <ac:spMk id="3" creationId="{E6970D73-E6E4-1EDC-8710-99274B2520FE}"/>
          </ac:spMkLst>
        </pc:spChg>
      </pc:sldChg>
      <pc:sldChg chg="addSp delSp modSp new mod">
        <pc:chgData name="GEORGIOS DIMITRAKOPOULOS" userId="0614bc40-ecc2-4674-8a86-e5df437c2e7b" providerId="ADAL" clId="{241D36BE-FE1E-4FC3-99E3-E69D34DF589D}" dt="2026-10-14T14:46:41.024" v="1195" actId="20577"/>
        <pc:sldMkLst>
          <pc:docMk/>
          <pc:sldMk cId="1499530427" sldId="307"/>
        </pc:sldMkLst>
        <pc:spChg chg="mod">
          <ac:chgData name="GEORGIOS DIMITRAKOPOULOS" userId="0614bc40-ecc2-4674-8a86-e5df437c2e7b" providerId="ADAL" clId="{241D36BE-FE1E-4FC3-99E3-E69D34DF589D}" dt="2026-10-14T14:46:41.024" v="1195" actId="20577"/>
          <ac:spMkLst>
            <pc:docMk/>
            <pc:sldMk cId="1499530427" sldId="307"/>
            <ac:spMk id="2" creationId="{9D2DFE21-D537-A460-0C6B-F5BFF80D0FB3}"/>
          </ac:spMkLst>
        </pc:spChg>
        <pc:picChg chg="add mod">
          <ac:chgData name="GEORGIOS DIMITRAKOPOULOS" userId="0614bc40-ecc2-4674-8a86-e5df437c2e7b" providerId="ADAL" clId="{241D36BE-FE1E-4FC3-99E3-E69D34DF589D}" dt="2026-10-14T14:45:53.070" v="1143" actId="1076"/>
          <ac:picMkLst>
            <pc:docMk/>
            <pc:sldMk cId="1499530427" sldId="307"/>
            <ac:picMk id="4" creationId="{B62AB81F-0971-004B-A5DD-31C5B2B4FF68}"/>
          </ac:picMkLst>
        </pc:picChg>
        <pc:picChg chg="add del mod">
          <ac:chgData name="GEORGIOS DIMITRAKOPOULOS" userId="0614bc40-ecc2-4674-8a86-e5df437c2e7b" providerId="ADAL" clId="{241D36BE-FE1E-4FC3-99E3-E69D34DF589D}" dt="2026-10-14T14:45:49.834" v="1140" actId="478"/>
          <ac:picMkLst>
            <pc:docMk/>
            <pc:sldMk cId="1499530427" sldId="307"/>
            <ac:picMk id="5" creationId="{236DB849-B641-B777-57CD-4E2EDEBCDD61}"/>
          </ac:picMkLst>
        </pc:picChg>
      </pc:sldChg>
      <pc:sldChg chg="delSp modSp add del mod">
        <pc:chgData name="GEORGIOS DIMITRAKOPOULOS" userId="0614bc40-ecc2-4674-8a86-e5df437c2e7b" providerId="ADAL" clId="{241D36BE-FE1E-4FC3-99E3-E69D34DF589D}" dt="2026-10-14T13:01:04.386" v="367" actId="47"/>
        <pc:sldMkLst>
          <pc:docMk/>
          <pc:sldMk cId="0" sldId="308"/>
        </pc:sldMkLst>
        <pc:spChg chg="del">
          <ac:chgData name="GEORGIOS DIMITRAKOPOULOS" userId="0614bc40-ecc2-4674-8a86-e5df437c2e7b" providerId="ADAL" clId="{241D36BE-FE1E-4FC3-99E3-E69D34DF589D}" dt="2026-10-14T12:58:19.568" v="327" actId="478"/>
          <ac:spMkLst>
            <pc:docMk/>
            <pc:sldMk cId="0" sldId="308"/>
            <ac:spMk id="2" creationId="{00000000-0000-0000-0000-000000000000}"/>
          </ac:spMkLst>
        </pc:spChg>
        <pc:spChg chg="del">
          <ac:chgData name="GEORGIOS DIMITRAKOPOULOS" userId="0614bc40-ecc2-4674-8a86-e5df437c2e7b" providerId="ADAL" clId="{241D36BE-FE1E-4FC3-99E3-E69D34DF589D}" dt="2026-10-14T12:58:17.062" v="326" actId="478"/>
          <ac:spMkLst>
            <pc:docMk/>
            <pc:sldMk cId="0" sldId="308"/>
            <ac:spMk id="3" creationId="{00000000-0000-0000-0000-000000000000}"/>
          </ac:spMkLst>
        </pc:spChg>
        <pc:spChg chg="del">
          <ac:chgData name="GEORGIOS DIMITRAKOPOULOS" userId="0614bc40-ecc2-4674-8a86-e5df437c2e7b" providerId="ADAL" clId="{241D36BE-FE1E-4FC3-99E3-E69D34DF589D}" dt="2026-10-14T12:58:27.875" v="328" actId="478"/>
          <ac:spMkLst>
            <pc:docMk/>
            <pc:sldMk cId="0" sldId="308"/>
            <ac:spMk id="32" creationId="{00000000-0000-0000-0000-000000000000}"/>
          </ac:spMkLst>
        </pc:spChg>
        <pc:spChg chg="mod">
          <ac:chgData name="GEORGIOS DIMITRAKOPOULOS" userId="0614bc40-ecc2-4674-8a86-e5df437c2e7b" providerId="ADAL" clId="{241D36BE-FE1E-4FC3-99E3-E69D34DF589D}" dt="2026-10-14T12:58:55.316" v="335" actId="403"/>
          <ac:spMkLst>
            <pc:docMk/>
            <pc:sldMk cId="0" sldId="308"/>
            <ac:spMk id="34" creationId="{00000000-0000-0000-0000-000000000000}"/>
          </ac:spMkLst>
        </pc:spChg>
        <pc:spChg chg="del">
          <ac:chgData name="GEORGIOS DIMITRAKOPOULOS" userId="0614bc40-ecc2-4674-8a86-e5df437c2e7b" providerId="ADAL" clId="{241D36BE-FE1E-4FC3-99E3-E69D34DF589D}" dt="2026-10-14T12:58:29.170" v="329" actId="478"/>
          <ac:spMkLst>
            <pc:docMk/>
            <pc:sldMk cId="0" sldId="308"/>
            <ac:spMk id="42" creationId="{00000000-0000-0000-0000-000000000000}"/>
          </ac:spMkLst>
        </pc:spChg>
        <pc:spChg chg="mod">
          <ac:chgData name="GEORGIOS DIMITRAKOPOULOS" userId="0614bc40-ecc2-4674-8a86-e5df437c2e7b" providerId="ADAL" clId="{241D36BE-FE1E-4FC3-99E3-E69D34DF589D}" dt="2026-10-14T12:58:55.316" v="335" actId="403"/>
          <ac:spMkLst>
            <pc:docMk/>
            <pc:sldMk cId="0" sldId="308"/>
            <ac:spMk id="44" creationId="{00000000-0000-0000-0000-000000000000}"/>
          </ac:spMkLst>
        </pc:spChg>
        <pc:spChg chg="del">
          <ac:chgData name="GEORGIOS DIMITRAKOPOULOS" userId="0614bc40-ecc2-4674-8a86-e5df437c2e7b" providerId="ADAL" clId="{241D36BE-FE1E-4FC3-99E3-E69D34DF589D}" dt="2026-10-14T12:58:31.089" v="330" actId="478"/>
          <ac:spMkLst>
            <pc:docMk/>
            <pc:sldMk cId="0" sldId="308"/>
            <ac:spMk id="52" creationId="{00000000-0000-0000-0000-000000000000}"/>
          </ac:spMkLst>
        </pc:spChg>
        <pc:spChg chg="mod">
          <ac:chgData name="GEORGIOS DIMITRAKOPOULOS" userId="0614bc40-ecc2-4674-8a86-e5df437c2e7b" providerId="ADAL" clId="{241D36BE-FE1E-4FC3-99E3-E69D34DF589D}" dt="2026-10-14T12:58:55.316" v="335" actId="403"/>
          <ac:spMkLst>
            <pc:docMk/>
            <pc:sldMk cId="0" sldId="308"/>
            <ac:spMk id="54" creationId="{00000000-0000-0000-0000-000000000000}"/>
          </ac:spMkLst>
        </pc:spChg>
      </pc:sldChg>
      <pc:sldChg chg="delSp modSp add del mod">
        <pc:chgData name="GEORGIOS DIMITRAKOPOULOS" userId="0614bc40-ecc2-4674-8a86-e5df437c2e7b" providerId="ADAL" clId="{241D36BE-FE1E-4FC3-99E3-E69D34DF589D}" dt="2026-10-14T13:01:44.912" v="404" actId="47"/>
        <pc:sldMkLst>
          <pc:docMk/>
          <pc:sldMk cId="0" sldId="309"/>
        </pc:sldMkLst>
        <pc:spChg chg="del">
          <ac:chgData name="GEORGIOS DIMITRAKOPOULOS" userId="0614bc40-ecc2-4674-8a86-e5df437c2e7b" providerId="ADAL" clId="{241D36BE-FE1E-4FC3-99E3-E69D34DF589D}" dt="2026-10-14T12:58:35.022" v="331" actId="478"/>
          <ac:spMkLst>
            <pc:docMk/>
            <pc:sldMk cId="0" sldId="309"/>
            <ac:spMk id="2" creationId="{00000000-0000-0000-0000-000000000000}"/>
          </ac:spMkLst>
        </pc:spChg>
        <pc:spChg chg="del">
          <ac:chgData name="GEORGIOS DIMITRAKOPOULOS" userId="0614bc40-ecc2-4674-8a86-e5df437c2e7b" providerId="ADAL" clId="{241D36BE-FE1E-4FC3-99E3-E69D34DF589D}" dt="2026-10-14T12:58:36.043" v="332" actId="478"/>
          <ac:spMkLst>
            <pc:docMk/>
            <pc:sldMk cId="0" sldId="309"/>
            <ac:spMk id="3" creationId="{00000000-0000-0000-0000-000000000000}"/>
          </ac:spMkLst>
        </pc:spChg>
        <pc:spChg chg="del">
          <ac:chgData name="GEORGIOS DIMITRAKOPOULOS" userId="0614bc40-ecc2-4674-8a86-e5df437c2e7b" providerId="ADAL" clId="{241D36BE-FE1E-4FC3-99E3-E69D34DF589D}" dt="2026-10-14T12:58:45.580" v="333" actId="478"/>
          <ac:spMkLst>
            <pc:docMk/>
            <pc:sldMk cId="0" sldId="309"/>
            <ac:spMk id="22" creationId="{00000000-0000-0000-0000-000000000000}"/>
          </ac:spMkLst>
        </pc:spChg>
        <pc:spChg chg="mod">
          <ac:chgData name="GEORGIOS DIMITRAKOPOULOS" userId="0614bc40-ecc2-4674-8a86-e5df437c2e7b" providerId="ADAL" clId="{241D36BE-FE1E-4FC3-99E3-E69D34DF589D}" dt="2026-10-14T12:58:51.063" v="334" actId="403"/>
          <ac:spMkLst>
            <pc:docMk/>
            <pc:sldMk cId="0" sldId="309"/>
            <ac:spMk id="24" creationId="{00000000-0000-0000-0000-000000000000}"/>
          </ac:spMkLst>
        </pc:spChg>
        <pc:spChg chg="del">
          <ac:chgData name="GEORGIOS DIMITRAKOPOULOS" userId="0614bc40-ecc2-4674-8a86-e5df437c2e7b" providerId="ADAL" clId="{241D36BE-FE1E-4FC3-99E3-E69D34DF589D}" dt="2026-10-14T12:58:45.580" v="333" actId="478"/>
          <ac:spMkLst>
            <pc:docMk/>
            <pc:sldMk cId="0" sldId="309"/>
            <ac:spMk id="32" creationId="{00000000-0000-0000-0000-000000000000}"/>
          </ac:spMkLst>
        </pc:spChg>
        <pc:spChg chg="mod">
          <ac:chgData name="GEORGIOS DIMITRAKOPOULOS" userId="0614bc40-ecc2-4674-8a86-e5df437c2e7b" providerId="ADAL" clId="{241D36BE-FE1E-4FC3-99E3-E69D34DF589D}" dt="2026-10-14T12:58:51.063" v="334" actId="403"/>
          <ac:spMkLst>
            <pc:docMk/>
            <pc:sldMk cId="0" sldId="309"/>
            <ac:spMk id="34" creationId="{00000000-0000-0000-0000-000000000000}"/>
          </ac:spMkLst>
        </pc:spChg>
        <pc:spChg chg="del">
          <ac:chgData name="GEORGIOS DIMITRAKOPOULOS" userId="0614bc40-ecc2-4674-8a86-e5df437c2e7b" providerId="ADAL" clId="{241D36BE-FE1E-4FC3-99E3-E69D34DF589D}" dt="2026-10-14T12:58:45.580" v="333" actId="478"/>
          <ac:spMkLst>
            <pc:docMk/>
            <pc:sldMk cId="0" sldId="309"/>
            <ac:spMk id="42" creationId="{00000000-0000-0000-0000-000000000000}"/>
          </ac:spMkLst>
        </pc:spChg>
        <pc:spChg chg="mod">
          <ac:chgData name="GEORGIOS DIMITRAKOPOULOS" userId="0614bc40-ecc2-4674-8a86-e5df437c2e7b" providerId="ADAL" clId="{241D36BE-FE1E-4FC3-99E3-E69D34DF589D}" dt="2026-10-14T12:58:51.063" v="334" actId="403"/>
          <ac:spMkLst>
            <pc:docMk/>
            <pc:sldMk cId="0" sldId="309"/>
            <ac:spMk id="44" creationId="{00000000-0000-0000-0000-000000000000}"/>
          </ac:spMkLst>
        </pc:spChg>
        <pc:spChg chg="del">
          <ac:chgData name="GEORGIOS DIMITRAKOPOULOS" userId="0614bc40-ecc2-4674-8a86-e5df437c2e7b" providerId="ADAL" clId="{241D36BE-FE1E-4FC3-99E3-E69D34DF589D}" dt="2026-10-14T12:58:45.580" v="333" actId="478"/>
          <ac:spMkLst>
            <pc:docMk/>
            <pc:sldMk cId="0" sldId="309"/>
            <ac:spMk id="52" creationId="{00000000-0000-0000-0000-000000000000}"/>
          </ac:spMkLst>
        </pc:spChg>
        <pc:spChg chg="mod">
          <ac:chgData name="GEORGIOS DIMITRAKOPOULOS" userId="0614bc40-ecc2-4674-8a86-e5df437c2e7b" providerId="ADAL" clId="{241D36BE-FE1E-4FC3-99E3-E69D34DF589D}" dt="2026-10-14T12:58:51.063" v="334" actId="403"/>
          <ac:spMkLst>
            <pc:docMk/>
            <pc:sldMk cId="0" sldId="309"/>
            <ac:spMk id="54" creationId="{00000000-0000-0000-0000-000000000000}"/>
          </ac:spMkLst>
        </pc:spChg>
      </pc:sldChg>
      <pc:sldChg chg="delSp add del mod">
        <pc:chgData name="GEORGIOS DIMITRAKOPOULOS" userId="0614bc40-ecc2-4674-8a86-e5df437c2e7b" providerId="ADAL" clId="{241D36BE-FE1E-4FC3-99E3-E69D34DF589D}" dt="2026-10-14T13:03:00.868" v="476" actId="47"/>
        <pc:sldMkLst>
          <pc:docMk/>
          <pc:sldMk cId="0" sldId="310"/>
        </pc:sldMkLst>
        <pc:spChg chg="del">
          <ac:chgData name="GEORGIOS DIMITRAKOPOULOS" userId="0614bc40-ecc2-4674-8a86-e5df437c2e7b" providerId="ADAL" clId="{241D36BE-FE1E-4FC3-99E3-E69D34DF589D}" dt="2026-10-14T12:59:05.692" v="336" actId="478"/>
          <ac:spMkLst>
            <pc:docMk/>
            <pc:sldMk cId="0" sldId="310"/>
            <ac:spMk id="2" creationId="{00000000-0000-0000-0000-000000000000}"/>
          </ac:spMkLst>
        </pc:spChg>
        <pc:spChg chg="del">
          <ac:chgData name="GEORGIOS DIMITRAKOPOULOS" userId="0614bc40-ecc2-4674-8a86-e5df437c2e7b" providerId="ADAL" clId="{241D36BE-FE1E-4FC3-99E3-E69D34DF589D}" dt="2026-10-14T12:59:08.227" v="337" actId="478"/>
          <ac:spMkLst>
            <pc:docMk/>
            <pc:sldMk cId="0" sldId="310"/>
            <ac:spMk id="3" creationId="{00000000-0000-0000-0000-000000000000}"/>
          </ac:spMkLst>
        </pc:spChg>
      </pc:sldChg>
      <pc:sldChg chg="delSp add del mod">
        <pc:chgData name="GEORGIOS DIMITRAKOPOULOS" userId="0614bc40-ecc2-4674-8a86-e5df437c2e7b" providerId="ADAL" clId="{241D36BE-FE1E-4FC3-99E3-E69D34DF589D}" dt="2026-10-14T13:03:28.186" v="486" actId="47"/>
        <pc:sldMkLst>
          <pc:docMk/>
          <pc:sldMk cId="0" sldId="311"/>
        </pc:sldMkLst>
        <pc:spChg chg="del">
          <ac:chgData name="GEORGIOS DIMITRAKOPOULOS" userId="0614bc40-ecc2-4674-8a86-e5df437c2e7b" providerId="ADAL" clId="{241D36BE-FE1E-4FC3-99E3-E69D34DF589D}" dt="2026-10-14T12:59:34.877" v="338" actId="478"/>
          <ac:spMkLst>
            <pc:docMk/>
            <pc:sldMk cId="0" sldId="311"/>
            <ac:spMk id="2" creationId="{00000000-0000-0000-0000-000000000000}"/>
          </ac:spMkLst>
        </pc:spChg>
        <pc:spChg chg="del">
          <ac:chgData name="GEORGIOS DIMITRAKOPOULOS" userId="0614bc40-ecc2-4674-8a86-e5df437c2e7b" providerId="ADAL" clId="{241D36BE-FE1E-4FC3-99E3-E69D34DF589D}" dt="2026-10-14T12:59:35.897" v="339" actId="478"/>
          <ac:spMkLst>
            <pc:docMk/>
            <pc:sldMk cId="0" sldId="311"/>
            <ac:spMk id="3" creationId="{00000000-0000-0000-0000-000000000000}"/>
          </ac:spMkLst>
        </pc:spChg>
      </pc:sldChg>
      <pc:sldChg chg="delSp add del mod">
        <pc:chgData name="GEORGIOS DIMITRAKOPOULOS" userId="0614bc40-ecc2-4674-8a86-e5df437c2e7b" providerId="ADAL" clId="{241D36BE-FE1E-4FC3-99E3-E69D34DF589D}" dt="2026-10-14T13:03:43.531" v="491" actId="47"/>
        <pc:sldMkLst>
          <pc:docMk/>
          <pc:sldMk cId="0" sldId="312"/>
        </pc:sldMkLst>
        <pc:spChg chg="del">
          <ac:chgData name="GEORGIOS DIMITRAKOPOULOS" userId="0614bc40-ecc2-4674-8a86-e5df437c2e7b" providerId="ADAL" clId="{241D36BE-FE1E-4FC3-99E3-E69D34DF589D}" dt="2026-10-14T12:59:37.864" v="340" actId="478"/>
          <ac:spMkLst>
            <pc:docMk/>
            <pc:sldMk cId="0" sldId="312"/>
            <ac:spMk id="2" creationId="{00000000-0000-0000-0000-000000000000}"/>
          </ac:spMkLst>
        </pc:spChg>
        <pc:spChg chg="del">
          <ac:chgData name="GEORGIOS DIMITRAKOPOULOS" userId="0614bc40-ecc2-4674-8a86-e5df437c2e7b" providerId="ADAL" clId="{241D36BE-FE1E-4FC3-99E3-E69D34DF589D}" dt="2026-10-14T12:59:38.828" v="341" actId="478"/>
          <ac:spMkLst>
            <pc:docMk/>
            <pc:sldMk cId="0" sldId="312"/>
            <ac:spMk id="3"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20"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30"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32"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34"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40"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42"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50"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52"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54" creationId="{00000000-0000-0000-0000-000000000000}"/>
          </ac:spMkLst>
        </pc:spChg>
        <pc:spChg chg="del">
          <ac:chgData name="GEORGIOS DIMITRAKOPOULOS" userId="0614bc40-ecc2-4674-8a86-e5df437c2e7b" providerId="ADAL" clId="{241D36BE-FE1E-4FC3-99E3-E69D34DF589D}" dt="2026-10-14T13:03:39.827" v="489" actId="21"/>
          <ac:spMkLst>
            <pc:docMk/>
            <pc:sldMk cId="0" sldId="312"/>
            <ac:spMk id="60" creationId="{00000000-0000-0000-0000-000000000000}"/>
          </ac:spMkLst>
        </pc:spChg>
      </pc:sldChg>
      <pc:sldChg chg="delSp add del mod">
        <pc:chgData name="GEORGIOS DIMITRAKOPOULOS" userId="0614bc40-ecc2-4674-8a86-e5df437c2e7b" providerId="ADAL" clId="{241D36BE-FE1E-4FC3-99E3-E69D34DF589D}" dt="2026-10-14T13:04:23.872" v="499" actId="47"/>
        <pc:sldMkLst>
          <pc:docMk/>
          <pc:sldMk cId="0" sldId="313"/>
        </pc:sldMkLst>
        <pc:spChg chg="del">
          <ac:chgData name="GEORGIOS DIMITRAKOPOULOS" userId="0614bc40-ecc2-4674-8a86-e5df437c2e7b" providerId="ADAL" clId="{241D36BE-FE1E-4FC3-99E3-E69D34DF589D}" dt="2026-10-14T12:59:41.031" v="342" actId="478"/>
          <ac:spMkLst>
            <pc:docMk/>
            <pc:sldMk cId="0" sldId="313"/>
            <ac:spMk id="2" creationId="{00000000-0000-0000-0000-000000000000}"/>
          </ac:spMkLst>
        </pc:spChg>
        <pc:spChg chg="del">
          <ac:chgData name="GEORGIOS DIMITRAKOPOULOS" userId="0614bc40-ecc2-4674-8a86-e5df437c2e7b" providerId="ADAL" clId="{241D36BE-FE1E-4FC3-99E3-E69D34DF589D}" dt="2026-10-14T12:59:41.903" v="343" actId="478"/>
          <ac:spMkLst>
            <pc:docMk/>
            <pc:sldMk cId="0" sldId="313"/>
            <ac:spMk id="3" creationId="{00000000-0000-0000-0000-000000000000}"/>
          </ac:spMkLst>
        </pc:spChg>
      </pc:sldChg>
      <pc:sldChg chg="delSp add del mod">
        <pc:chgData name="GEORGIOS DIMITRAKOPOULOS" userId="0614bc40-ecc2-4674-8a86-e5df437c2e7b" providerId="ADAL" clId="{241D36BE-FE1E-4FC3-99E3-E69D34DF589D}" dt="2026-10-14T13:04:24.442" v="500" actId="47"/>
        <pc:sldMkLst>
          <pc:docMk/>
          <pc:sldMk cId="0" sldId="314"/>
        </pc:sldMkLst>
        <pc:spChg chg="del">
          <ac:chgData name="GEORGIOS DIMITRAKOPOULOS" userId="0614bc40-ecc2-4674-8a86-e5df437c2e7b" providerId="ADAL" clId="{241D36BE-FE1E-4FC3-99E3-E69D34DF589D}" dt="2026-10-14T12:59:43.622" v="344" actId="478"/>
          <ac:spMkLst>
            <pc:docMk/>
            <pc:sldMk cId="0" sldId="314"/>
            <ac:spMk id="2" creationId="{00000000-0000-0000-0000-000000000000}"/>
          </ac:spMkLst>
        </pc:spChg>
        <pc:spChg chg="del">
          <ac:chgData name="GEORGIOS DIMITRAKOPOULOS" userId="0614bc40-ecc2-4674-8a86-e5df437c2e7b" providerId="ADAL" clId="{241D36BE-FE1E-4FC3-99E3-E69D34DF589D}" dt="2026-10-14T12:59:44.476" v="345" actId="478"/>
          <ac:spMkLst>
            <pc:docMk/>
            <pc:sldMk cId="0" sldId="314"/>
            <ac:spMk id="3" creationId="{00000000-0000-0000-0000-000000000000}"/>
          </ac:spMkLst>
        </pc:spChg>
      </pc:sldChg>
      <pc:sldChg chg="delSp add del mod">
        <pc:chgData name="GEORGIOS DIMITRAKOPOULOS" userId="0614bc40-ecc2-4674-8a86-e5df437c2e7b" providerId="ADAL" clId="{241D36BE-FE1E-4FC3-99E3-E69D34DF589D}" dt="2026-10-14T13:04:25.205" v="501" actId="47"/>
        <pc:sldMkLst>
          <pc:docMk/>
          <pc:sldMk cId="0" sldId="315"/>
        </pc:sldMkLst>
        <pc:spChg chg="del">
          <ac:chgData name="GEORGIOS DIMITRAKOPOULOS" userId="0614bc40-ecc2-4674-8a86-e5df437c2e7b" providerId="ADAL" clId="{241D36BE-FE1E-4FC3-99E3-E69D34DF589D}" dt="2026-10-14T12:59:46.098" v="346" actId="478"/>
          <ac:spMkLst>
            <pc:docMk/>
            <pc:sldMk cId="0" sldId="315"/>
            <ac:spMk id="2" creationId="{00000000-0000-0000-0000-000000000000}"/>
          </ac:spMkLst>
        </pc:spChg>
        <pc:spChg chg="del">
          <ac:chgData name="GEORGIOS DIMITRAKOPOULOS" userId="0614bc40-ecc2-4674-8a86-e5df437c2e7b" providerId="ADAL" clId="{241D36BE-FE1E-4FC3-99E3-E69D34DF589D}" dt="2026-10-14T12:59:47.096" v="347" actId="478"/>
          <ac:spMkLst>
            <pc:docMk/>
            <pc:sldMk cId="0" sldId="315"/>
            <ac:spMk id="3" creationId="{00000000-0000-0000-0000-000000000000}"/>
          </ac:spMkLst>
        </pc:spChg>
      </pc:sldChg>
      <pc:sldChg chg="delSp add del mod">
        <pc:chgData name="GEORGIOS DIMITRAKOPOULOS" userId="0614bc40-ecc2-4674-8a86-e5df437c2e7b" providerId="ADAL" clId="{241D36BE-FE1E-4FC3-99E3-E69D34DF589D}" dt="2026-10-14T13:05:26.162" v="519" actId="47"/>
        <pc:sldMkLst>
          <pc:docMk/>
          <pc:sldMk cId="0" sldId="316"/>
        </pc:sldMkLst>
        <pc:spChg chg="del">
          <ac:chgData name="GEORGIOS DIMITRAKOPOULOS" userId="0614bc40-ecc2-4674-8a86-e5df437c2e7b" providerId="ADAL" clId="{241D36BE-FE1E-4FC3-99E3-E69D34DF589D}" dt="2026-10-14T12:59:49.299" v="348" actId="478"/>
          <ac:spMkLst>
            <pc:docMk/>
            <pc:sldMk cId="0" sldId="316"/>
            <ac:spMk id="2" creationId="{00000000-0000-0000-0000-000000000000}"/>
          </ac:spMkLst>
        </pc:spChg>
        <pc:spChg chg="del">
          <ac:chgData name="GEORGIOS DIMITRAKOPOULOS" userId="0614bc40-ecc2-4674-8a86-e5df437c2e7b" providerId="ADAL" clId="{241D36BE-FE1E-4FC3-99E3-E69D34DF589D}" dt="2026-10-14T12:59:50.450" v="349" actId="478"/>
          <ac:spMkLst>
            <pc:docMk/>
            <pc:sldMk cId="0" sldId="316"/>
            <ac:spMk id="3"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22"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23"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30"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34"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40"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52"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54"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60"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63" creationId="{00000000-0000-0000-0000-000000000000}"/>
          </ac:spMkLst>
        </pc:spChg>
        <pc:spChg chg="del">
          <ac:chgData name="GEORGIOS DIMITRAKOPOULOS" userId="0614bc40-ecc2-4674-8a86-e5df437c2e7b" providerId="ADAL" clId="{241D36BE-FE1E-4FC3-99E3-E69D34DF589D}" dt="2026-10-14T13:05:07.276" v="515" actId="21"/>
          <ac:spMkLst>
            <pc:docMk/>
            <pc:sldMk cId="0" sldId="316"/>
            <ac:spMk id="64" creationId="{00000000-0000-0000-0000-000000000000}"/>
          </ac:spMkLst>
        </pc:spChg>
      </pc:sldChg>
      <pc:sldChg chg="delSp add del mod">
        <pc:chgData name="GEORGIOS DIMITRAKOPOULOS" userId="0614bc40-ecc2-4674-8a86-e5df437c2e7b" providerId="ADAL" clId="{241D36BE-FE1E-4FC3-99E3-E69D34DF589D}" dt="2026-10-14T13:05:27.183" v="520" actId="47"/>
        <pc:sldMkLst>
          <pc:docMk/>
          <pc:sldMk cId="0" sldId="317"/>
        </pc:sldMkLst>
        <pc:spChg chg="del">
          <ac:chgData name="GEORGIOS DIMITRAKOPOULOS" userId="0614bc40-ecc2-4674-8a86-e5df437c2e7b" providerId="ADAL" clId="{241D36BE-FE1E-4FC3-99E3-E69D34DF589D}" dt="2026-10-14T12:59:53.326" v="350" actId="478"/>
          <ac:spMkLst>
            <pc:docMk/>
            <pc:sldMk cId="0" sldId="317"/>
            <ac:spMk id="2" creationId="{00000000-0000-0000-0000-000000000000}"/>
          </ac:spMkLst>
        </pc:spChg>
        <pc:spChg chg="del">
          <ac:chgData name="GEORGIOS DIMITRAKOPOULOS" userId="0614bc40-ecc2-4674-8a86-e5df437c2e7b" providerId="ADAL" clId="{241D36BE-FE1E-4FC3-99E3-E69D34DF589D}" dt="2026-10-14T12:59:54.162" v="351" actId="478"/>
          <ac:spMkLst>
            <pc:docMk/>
            <pc:sldMk cId="0" sldId="317"/>
            <ac:spMk id="3" creationId="{00000000-0000-0000-0000-000000000000}"/>
          </ac:spMkLst>
        </pc:spChg>
      </pc:sldChg>
      <pc:sldChg chg="delSp modSp add mod">
        <pc:chgData name="GEORGIOS DIMITRAKOPOULOS" userId="0614bc40-ecc2-4674-8a86-e5df437c2e7b" providerId="ADAL" clId="{241D36BE-FE1E-4FC3-99E3-E69D34DF589D}" dt="2026-10-14T13:33:28.807" v="968" actId="20577"/>
        <pc:sldMkLst>
          <pc:docMk/>
          <pc:sldMk cId="0" sldId="318"/>
        </pc:sldMkLst>
        <pc:spChg chg="del">
          <ac:chgData name="GEORGIOS DIMITRAKOPOULOS" userId="0614bc40-ecc2-4674-8a86-e5df437c2e7b" providerId="ADAL" clId="{241D36BE-FE1E-4FC3-99E3-E69D34DF589D}" dt="2026-10-14T12:59:56.721" v="352" actId="478"/>
          <ac:spMkLst>
            <pc:docMk/>
            <pc:sldMk cId="0" sldId="318"/>
            <ac:spMk id="2" creationId="{00000000-0000-0000-0000-000000000000}"/>
          </ac:spMkLst>
        </pc:spChg>
        <pc:spChg chg="del">
          <ac:chgData name="GEORGIOS DIMITRAKOPOULOS" userId="0614bc40-ecc2-4674-8a86-e5df437c2e7b" providerId="ADAL" clId="{241D36BE-FE1E-4FC3-99E3-E69D34DF589D}" dt="2026-10-14T12:59:57.644" v="353" actId="478"/>
          <ac:spMkLst>
            <pc:docMk/>
            <pc:sldMk cId="0" sldId="318"/>
            <ac:spMk id="3" creationId="{00000000-0000-0000-0000-000000000000}"/>
          </ac:spMkLst>
        </pc:spChg>
        <pc:spChg chg="mod">
          <ac:chgData name="GEORGIOS DIMITRAKOPOULOS" userId="0614bc40-ecc2-4674-8a86-e5df437c2e7b" providerId="ADAL" clId="{241D36BE-FE1E-4FC3-99E3-E69D34DF589D}" dt="2026-10-14T13:33:28.807" v="968" actId="20577"/>
          <ac:spMkLst>
            <pc:docMk/>
            <pc:sldMk cId="0" sldId="318"/>
            <ac:spMk id="52" creationId="{00000000-0000-0000-0000-000000000000}"/>
          </ac:spMkLst>
        </pc:spChg>
      </pc:sldChg>
      <pc:sldChg chg="addSp delSp modSp add mod">
        <pc:chgData name="GEORGIOS DIMITRAKOPOULOS" userId="0614bc40-ecc2-4674-8a86-e5df437c2e7b" providerId="ADAL" clId="{241D36BE-FE1E-4FC3-99E3-E69D34DF589D}" dt="2026-10-14T14:43:39.822" v="1123"/>
        <pc:sldMkLst>
          <pc:docMk/>
          <pc:sldMk cId="0" sldId="319"/>
        </pc:sldMkLst>
        <pc:spChg chg="del">
          <ac:chgData name="GEORGIOS DIMITRAKOPOULOS" userId="0614bc40-ecc2-4674-8a86-e5df437c2e7b" providerId="ADAL" clId="{241D36BE-FE1E-4FC3-99E3-E69D34DF589D}" dt="2026-10-14T13:00:03.500" v="354" actId="478"/>
          <ac:spMkLst>
            <pc:docMk/>
            <pc:sldMk cId="0" sldId="319"/>
            <ac:spMk id="2" creationId="{00000000-0000-0000-0000-000000000000}"/>
          </ac:spMkLst>
        </pc:spChg>
        <pc:spChg chg="del">
          <ac:chgData name="GEORGIOS DIMITRAKOPOULOS" userId="0614bc40-ecc2-4674-8a86-e5df437c2e7b" providerId="ADAL" clId="{241D36BE-FE1E-4FC3-99E3-E69D34DF589D}" dt="2026-10-14T13:00:04.705" v="355" actId="478"/>
          <ac:spMkLst>
            <pc:docMk/>
            <pc:sldMk cId="0" sldId="319"/>
            <ac:spMk id="3" creationId="{00000000-0000-0000-0000-000000000000}"/>
          </ac:spMkLst>
        </pc:spChg>
        <pc:spChg chg="add del mod">
          <ac:chgData name="GEORGIOS DIMITRAKOPOULOS" userId="0614bc40-ecc2-4674-8a86-e5df437c2e7b" providerId="ADAL" clId="{241D36BE-FE1E-4FC3-99E3-E69D34DF589D}" dt="2026-10-14T13:18:00.305" v="728" actId="21"/>
          <ac:spMkLst>
            <pc:docMk/>
            <pc:sldMk cId="0" sldId="319"/>
            <ac:spMk id="7" creationId="{EF01FA0F-3C82-0C5E-88EB-C3999F737D6D}"/>
          </ac:spMkLst>
        </pc:spChg>
        <pc:spChg chg="mod">
          <ac:chgData name="GEORGIOS DIMITRAKOPOULOS" userId="0614bc40-ecc2-4674-8a86-e5df437c2e7b" providerId="ADAL" clId="{241D36BE-FE1E-4FC3-99E3-E69D34DF589D}" dt="2026-10-14T14:43:39.822" v="1123"/>
          <ac:spMkLst>
            <pc:docMk/>
            <pc:sldMk cId="0" sldId="319"/>
            <ac:spMk id="61" creationId="{00000000-0000-0000-0000-000000000000}"/>
          </ac:spMkLst>
        </pc:spChg>
        <pc:spChg chg="mod">
          <ac:chgData name="GEORGIOS DIMITRAKOPOULOS" userId="0614bc40-ecc2-4674-8a86-e5df437c2e7b" providerId="ADAL" clId="{241D36BE-FE1E-4FC3-99E3-E69D34DF589D}" dt="2026-10-14T13:19:14.594" v="745" actId="1076"/>
          <ac:spMkLst>
            <pc:docMk/>
            <pc:sldMk cId="0" sldId="319"/>
            <ac:spMk id="70" creationId="{00000000-0000-0000-0000-000000000000}"/>
          </ac:spMkLst>
        </pc:spChg>
        <pc:spChg chg="del mod">
          <ac:chgData name="GEORGIOS DIMITRAKOPOULOS" userId="0614bc40-ecc2-4674-8a86-e5df437c2e7b" providerId="ADAL" clId="{241D36BE-FE1E-4FC3-99E3-E69D34DF589D}" dt="2026-10-14T13:17:45.171" v="725" actId="478"/>
          <ac:spMkLst>
            <pc:docMk/>
            <pc:sldMk cId="0" sldId="319"/>
            <ac:spMk id="72" creationId="{00000000-0000-0000-0000-000000000000}"/>
          </ac:spMkLst>
        </pc:spChg>
        <pc:spChg chg="mod">
          <ac:chgData name="GEORGIOS DIMITRAKOPOULOS" userId="0614bc40-ecc2-4674-8a86-e5df437c2e7b" providerId="ADAL" clId="{241D36BE-FE1E-4FC3-99E3-E69D34DF589D}" dt="2026-10-14T13:19:14.594" v="745" actId="1076"/>
          <ac:spMkLst>
            <pc:docMk/>
            <pc:sldMk cId="0" sldId="319"/>
            <ac:spMk id="73" creationId="{00000000-0000-0000-0000-000000000000}"/>
          </ac:spMkLst>
        </pc:spChg>
        <pc:spChg chg="mod">
          <ac:chgData name="GEORGIOS DIMITRAKOPOULOS" userId="0614bc40-ecc2-4674-8a86-e5df437c2e7b" providerId="ADAL" clId="{241D36BE-FE1E-4FC3-99E3-E69D34DF589D}" dt="2026-10-14T13:19:14.594" v="745" actId="1076"/>
          <ac:spMkLst>
            <pc:docMk/>
            <pc:sldMk cId="0" sldId="319"/>
            <ac:spMk id="74" creationId="{00000000-0000-0000-0000-000000000000}"/>
          </ac:spMkLst>
        </pc:spChg>
      </pc:sldChg>
      <pc:sldChg chg="delSp add mod">
        <pc:chgData name="GEORGIOS DIMITRAKOPOULOS" userId="0614bc40-ecc2-4674-8a86-e5df437c2e7b" providerId="ADAL" clId="{241D36BE-FE1E-4FC3-99E3-E69D34DF589D}" dt="2026-10-14T13:00:08.790" v="357" actId="478"/>
        <pc:sldMkLst>
          <pc:docMk/>
          <pc:sldMk cId="0" sldId="320"/>
        </pc:sldMkLst>
        <pc:spChg chg="del">
          <ac:chgData name="GEORGIOS DIMITRAKOPOULOS" userId="0614bc40-ecc2-4674-8a86-e5df437c2e7b" providerId="ADAL" clId="{241D36BE-FE1E-4FC3-99E3-E69D34DF589D}" dt="2026-10-14T13:00:07.773" v="356" actId="478"/>
          <ac:spMkLst>
            <pc:docMk/>
            <pc:sldMk cId="0" sldId="320"/>
            <ac:spMk id="2" creationId="{00000000-0000-0000-0000-000000000000}"/>
          </ac:spMkLst>
        </pc:spChg>
        <pc:spChg chg="del">
          <ac:chgData name="GEORGIOS DIMITRAKOPOULOS" userId="0614bc40-ecc2-4674-8a86-e5df437c2e7b" providerId="ADAL" clId="{241D36BE-FE1E-4FC3-99E3-E69D34DF589D}" dt="2026-10-14T13:00:08.790" v="357" actId="478"/>
          <ac:spMkLst>
            <pc:docMk/>
            <pc:sldMk cId="0" sldId="320"/>
            <ac:spMk id="3" creationId="{00000000-0000-0000-0000-000000000000}"/>
          </ac:spMkLst>
        </pc:spChg>
      </pc:sldChg>
      <pc:sldChg chg="addSp delSp modSp new mod">
        <pc:chgData name="GEORGIOS DIMITRAKOPOULOS" userId="0614bc40-ecc2-4674-8a86-e5df437c2e7b" providerId="ADAL" clId="{241D36BE-FE1E-4FC3-99E3-E69D34DF589D}" dt="2026-10-14T13:00:53.142" v="365" actId="478"/>
        <pc:sldMkLst>
          <pc:docMk/>
          <pc:sldMk cId="2730517209" sldId="321"/>
        </pc:sldMkLst>
        <pc:spChg chg="mod">
          <ac:chgData name="GEORGIOS DIMITRAKOPOULOS" userId="0614bc40-ecc2-4674-8a86-e5df437c2e7b" providerId="ADAL" clId="{241D36BE-FE1E-4FC3-99E3-E69D34DF589D}" dt="2026-10-14T13:00:40.005" v="363" actId="20577"/>
          <ac:spMkLst>
            <pc:docMk/>
            <pc:sldMk cId="2730517209" sldId="321"/>
            <ac:spMk id="2" creationId="{B1ABD612-0351-739C-0AC0-C9709ED8CCFC}"/>
          </ac:spMkLst>
        </pc:spChg>
        <pc:spChg chg="del">
          <ac:chgData name="GEORGIOS DIMITRAKOPOULOS" userId="0614bc40-ecc2-4674-8a86-e5df437c2e7b" providerId="ADAL" clId="{241D36BE-FE1E-4FC3-99E3-E69D34DF589D}" dt="2026-10-14T13:00:53.142" v="365" actId="478"/>
          <ac:spMkLst>
            <pc:docMk/>
            <pc:sldMk cId="2730517209" sldId="321"/>
            <ac:spMk id="3" creationId="{F51B80C0-341A-E102-2F0D-530062D6CD1B}"/>
          </ac:spMkLst>
        </pc:spChg>
        <pc:spChg chg="add">
          <ac:chgData name="GEORGIOS DIMITRAKOPOULOS" userId="0614bc40-ecc2-4674-8a86-e5df437c2e7b" providerId="ADAL" clId="{241D36BE-FE1E-4FC3-99E3-E69D34DF589D}" dt="2026-10-14T13:00:49.490" v="364" actId="22"/>
          <ac:spMkLst>
            <pc:docMk/>
            <pc:sldMk cId="2730517209" sldId="321"/>
            <ac:spMk id="7" creationId="{AEC9A134-C2F6-2614-DEE6-6E28D0EDCA11}"/>
          </ac:spMkLst>
        </pc:spChg>
        <pc:spChg chg="add">
          <ac:chgData name="GEORGIOS DIMITRAKOPOULOS" userId="0614bc40-ecc2-4674-8a86-e5df437c2e7b" providerId="ADAL" clId="{241D36BE-FE1E-4FC3-99E3-E69D34DF589D}" dt="2026-10-14T13:00:49.490" v="364" actId="22"/>
          <ac:spMkLst>
            <pc:docMk/>
            <pc:sldMk cId="2730517209" sldId="321"/>
            <ac:spMk id="9" creationId="{C5FA168A-F93D-F756-EA93-106417FD6968}"/>
          </ac:spMkLst>
        </pc:spChg>
        <pc:spChg chg="add">
          <ac:chgData name="GEORGIOS DIMITRAKOPOULOS" userId="0614bc40-ecc2-4674-8a86-e5df437c2e7b" providerId="ADAL" clId="{241D36BE-FE1E-4FC3-99E3-E69D34DF589D}" dt="2026-10-14T13:00:49.490" v="364" actId="22"/>
          <ac:spMkLst>
            <pc:docMk/>
            <pc:sldMk cId="2730517209" sldId="321"/>
            <ac:spMk id="11" creationId="{E7CC63D2-FA9A-1F31-B534-123310005566}"/>
          </ac:spMkLst>
        </pc:spChg>
        <pc:spChg chg="add">
          <ac:chgData name="GEORGIOS DIMITRAKOPOULOS" userId="0614bc40-ecc2-4674-8a86-e5df437c2e7b" providerId="ADAL" clId="{241D36BE-FE1E-4FC3-99E3-E69D34DF589D}" dt="2026-10-14T13:00:49.490" v="364" actId="22"/>
          <ac:spMkLst>
            <pc:docMk/>
            <pc:sldMk cId="2730517209" sldId="321"/>
            <ac:spMk id="13" creationId="{03F18239-55EA-C84B-249D-B071FC0C80D9}"/>
          </ac:spMkLst>
        </pc:spChg>
        <pc:spChg chg="add">
          <ac:chgData name="GEORGIOS DIMITRAKOPOULOS" userId="0614bc40-ecc2-4674-8a86-e5df437c2e7b" providerId="ADAL" clId="{241D36BE-FE1E-4FC3-99E3-E69D34DF589D}" dt="2026-10-14T13:00:49.490" v="364" actId="22"/>
          <ac:spMkLst>
            <pc:docMk/>
            <pc:sldMk cId="2730517209" sldId="321"/>
            <ac:spMk id="15" creationId="{74043DE6-0324-5921-5FC9-3DC5D293A223}"/>
          </ac:spMkLst>
        </pc:spChg>
        <pc:spChg chg="add">
          <ac:chgData name="GEORGIOS DIMITRAKOPOULOS" userId="0614bc40-ecc2-4674-8a86-e5df437c2e7b" providerId="ADAL" clId="{241D36BE-FE1E-4FC3-99E3-E69D34DF589D}" dt="2026-10-14T13:00:49.490" v="364" actId="22"/>
          <ac:spMkLst>
            <pc:docMk/>
            <pc:sldMk cId="2730517209" sldId="321"/>
            <ac:spMk id="17" creationId="{F04C780F-7587-D42D-2712-C048AEBF7D80}"/>
          </ac:spMkLst>
        </pc:spChg>
        <pc:spChg chg="add">
          <ac:chgData name="GEORGIOS DIMITRAKOPOULOS" userId="0614bc40-ecc2-4674-8a86-e5df437c2e7b" providerId="ADAL" clId="{241D36BE-FE1E-4FC3-99E3-E69D34DF589D}" dt="2026-10-14T13:00:49.490" v="364" actId="22"/>
          <ac:spMkLst>
            <pc:docMk/>
            <pc:sldMk cId="2730517209" sldId="321"/>
            <ac:spMk id="19" creationId="{4833D8CA-7F72-BA78-4640-35D77EB35122}"/>
          </ac:spMkLst>
        </pc:spChg>
        <pc:spChg chg="add">
          <ac:chgData name="GEORGIOS DIMITRAKOPOULOS" userId="0614bc40-ecc2-4674-8a86-e5df437c2e7b" providerId="ADAL" clId="{241D36BE-FE1E-4FC3-99E3-E69D34DF589D}" dt="2026-10-14T13:00:49.490" v="364" actId="22"/>
          <ac:spMkLst>
            <pc:docMk/>
            <pc:sldMk cId="2730517209" sldId="321"/>
            <ac:spMk id="21" creationId="{E5692DBA-03C1-BFD4-EA11-E458EF3FE280}"/>
          </ac:spMkLst>
        </pc:spChg>
        <pc:spChg chg="add">
          <ac:chgData name="GEORGIOS DIMITRAKOPOULOS" userId="0614bc40-ecc2-4674-8a86-e5df437c2e7b" providerId="ADAL" clId="{241D36BE-FE1E-4FC3-99E3-E69D34DF589D}" dt="2026-10-14T13:00:49.490" v="364" actId="22"/>
          <ac:spMkLst>
            <pc:docMk/>
            <pc:sldMk cId="2730517209" sldId="321"/>
            <ac:spMk id="23" creationId="{DEF8C883-6877-B668-09D9-2C7A22928045}"/>
          </ac:spMkLst>
        </pc:spChg>
        <pc:spChg chg="add">
          <ac:chgData name="GEORGIOS DIMITRAKOPOULOS" userId="0614bc40-ecc2-4674-8a86-e5df437c2e7b" providerId="ADAL" clId="{241D36BE-FE1E-4FC3-99E3-E69D34DF589D}" dt="2026-10-14T13:00:49.490" v="364" actId="22"/>
          <ac:spMkLst>
            <pc:docMk/>
            <pc:sldMk cId="2730517209" sldId="321"/>
            <ac:spMk id="27" creationId="{BA052F0C-2FE0-31B9-ED7D-501FA9007590}"/>
          </ac:spMkLst>
        </pc:spChg>
      </pc:sldChg>
      <pc:sldChg chg="addSp delSp modSp new mod">
        <pc:chgData name="GEORGIOS DIMITRAKOPOULOS" userId="0614bc40-ecc2-4674-8a86-e5df437c2e7b" providerId="ADAL" clId="{241D36BE-FE1E-4FC3-99E3-E69D34DF589D}" dt="2026-10-14T13:01:41.626" v="403" actId="1036"/>
        <pc:sldMkLst>
          <pc:docMk/>
          <pc:sldMk cId="3972498622" sldId="322"/>
        </pc:sldMkLst>
        <pc:spChg chg="mod">
          <ac:chgData name="GEORGIOS DIMITRAKOPOULOS" userId="0614bc40-ecc2-4674-8a86-e5df437c2e7b" providerId="ADAL" clId="{241D36BE-FE1E-4FC3-99E3-E69D34DF589D}" dt="2026-10-14T13:01:12.792" v="375" actId="27636"/>
          <ac:spMkLst>
            <pc:docMk/>
            <pc:sldMk cId="3972498622" sldId="322"/>
            <ac:spMk id="2" creationId="{46D9BECC-F3E8-FA4C-318C-98D67AD7D4E5}"/>
          </ac:spMkLst>
        </pc:spChg>
        <pc:spChg chg="del">
          <ac:chgData name="GEORGIOS DIMITRAKOPOULOS" userId="0614bc40-ecc2-4674-8a86-e5df437c2e7b" providerId="ADAL" clId="{241D36BE-FE1E-4FC3-99E3-E69D34DF589D}" dt="2026-10-14T13:01:22.374" v="377" actId="478"/>
          <ac:spMkLst>
            <pc:docMk/>
            <pc:sldMk cId="3972498622" sldId="322"/>
            <ac:spMk id="3" creationId="{2FDE482E-63CC-342F-A39E-D5DF7B5B6171}"/>
          </ac:spMkLst>
        </pc:spChg>
        <pc:spChg chg="add mod">
          <ac:chgData name="GEORGIOS DIMITRAKOPOULOS" userId="0614bc40-ecc2-4674-8a86-e5df437c2e7b" providerId="ADAL" clId="{241D36BE-FE1E-4FC3-99E3-E69D34DF589D}" dt="2026-10-14T13:01:33.492" v="390" actId="1036"/>
          <ac:spMkLst>
            <pc:docMk/>
            <pc:sldMk cId="3972498622" sldId="322"/>
            <ac:spMk id="5" creationId="{39DD535E-FD31-4254-1769-F0113FED0F91}"/>
          </ac:spMkLst>
        </pc:spChg>
        <pc:spChg chg="mod">
          <ac:chgData name="GEORGIOS DIMITRAKOPOULOS" userId="0614bc40-ecc2-4674-8a86-e5df437c2e7b" providerId="ADAL" clId="{241D36BE-FE1E-4FC3-99E3-E69D34DF589D}" dt="2026-10-14T13:01:41.626" v="403" actId="1036"/>
          <ac:spMkLst>
            <pc:docMk/>
            <pc:sldMk cId="3972498622" sldId="322"/>
            <ac:spMk id="7" creationId="{80435FD4-8662-7261-F067-B8D255686EFF}"/>
          </ac:spMkLst>
        </pc:spChg>
        <pc:spChg chg="add">
          <ac:chgData name="GEORGIOS DIMITRAKOPOULOS" userId="0614bc40-ecc2-4674-8a86-e5df437c2e7b" providerId="ADAL" clId="{241D36BE-FE1E-4FC3-99E3-E69D34DF589D}" dt="2026-10-14T13:01:19.084" v="376" actId="22"/>
          <ac:spMkLst>
            <pc:docMk/>
            <pc:sldMk cId="3972498622" sldId="322"/>
            <ac:spMk id="9" creationId="{F6BE78E4-30B3-54B3-CE9D-49EFB9D23CA4}"/>
          </ac:spMkLst>
        </pc:spChg>
        <pc:spChg chg="add mod">
          <ac:chgData name="GEORGIOS DIMITRAKOPOULOS" userId="0614bc40-ecc2-4674-8a86-e5df437c2e7b" providerId="ADAL" clId="{241D36BE-FE1E-4FC3-99E3-E69D34DF589D}" dt="2026-10-14T13:01:33.492" v="390" actId="1036"/>
          <ac:spMkLst>
            <pc:docMk/>
            <pc:sldMk cId="3972498622" sldId="322"/>
            <ac:spMk id="11" creationId="{B89F9FD0-98DC-3945-8609-0994FCF4F736}"/>
          </ac:spMkLst>
        </pc:spChg>
        <pc:spChg chg="add mod">
          <ac:chgData name="GEORGIOS DIMITRAKOPOULOS" userId="0614bc40-ecc2-4674-8a86-e5df437c2e7b" providerId="ADAL" clId="{241D36BE-FE1E-4FC3-99E3-E69D34DF589D}" dt="2026-10-14T13:01:41.626" v="403" actId="1036"/>
          <ac:spMkLst>
            <pc:docMk/>
            <pc:sldMk cId="3972498622" sldId="322"/>
            <ac:spMk id="13" creationId="{EE7C0EE9-05FE-369B-E043-33D5C22855C0}"/>
          </ac:spMkLst>
        </pc:spChg>
        <pc:spChg chg="add">
          <ac:chgData name="GEORGIOS DIMITRAKOPOULOS" userId="0614bc40-ecc2-4674-8a86-e5df437c2e7b" providerId="ADAL" clId="{241D36BE-FE1E-4FC3-99E3-E69D34DF589D}" dt="2026-10-14T13:01:19.084" v="376" actId="22"/>
          <ac:spMkLst>
            <pc:docMk/>
            <pc:sldMk cId="3972498622" sldId="322"/>
            <ac:spMk id="15" creationId="{017EC902-1513-AFBF-9A91-22CFBACF8E6A}"/>
          </ac:spMkLst>
        </pc:spChg>
        <pc:spChg chg="add mod">
          <ac:chgData name="GEORGIOS DIMITRAKOPOULOS" userId="0614bc40-ecc2-4674-8a86-e5df437c2e7b" providerId="ADAL" clId="{241D36BE-FE1E-4FC3-99E3-E69D34DF589D}" dt="2026-10-14T13:01:33.492" v="390" actId="1036"/>
          <ac:spMkLst>
            <pc:docMk/>
            <pc:sldMk cId="3972498622" sldId="322"/>
            <ac:spMk id="17" creationId="{48417CD9-102F-B722-0500-0787CB73BFF3}"/>
          </ac:spMkLst>
        </pc:spChg>
        <pc:spChg chg="add mod">
          <ac:chgData name="GEORGIOS DIMITRAKOPOULOS" userId="0614bc40-ecc2-4674-8a86-e5df437c2e7b" providerId="ADAL" clId="{241D36BE-FE1E-4FC3-99E3-E69D34DF589D}" dt="2026-10-14T13:01:41.626" v="403" actId="1036"/>
          <ac:spMkLst>
            <pc:docMk/>
            <pc:sldMk cId="3972498622" sldId="322"/>
            <ac:spMk id="19" creationId="{E4532EC1-12B4-4DA6-C74C-C87685086C09}"/>
          </ac:spMkLst>
        </pc:spChg>
        <pc:spChg chg="add">
          <ac:chgData name="GEORGIOS DIMITRAKOPOULOS" userId="0614bc40-ecc2-4674-8a86-e5df437c2e7b" providerId="ADAL" clId="{241D36BE-FE1E-4FC3-99E3-E69D34DF589D}" dt="2026-10-14T13:01:19.084" v="376" actId="22"/>
          <ac:spMkLst>
            <pc:docMk/>
            <pc:sldMk cId="3972498622" sldId="322"/>
            <ac:spMk id="21" creationId="{CEFCCD9A-A145-3D56-D985-5B711EA473BD}"/>
          </ac:spMkLst>
        </pc:spChg>
        <pc:spChg chg="mod">
          <ac:chgData name="GEORGIOS DIMITRAKOPOULOS" userId="0614bc40-ecc2-4674-8a86-e5df437c2e7b" providerId="ADAL" clId="{241D36BE-FE1E-4FC3-99E3-E69D34DF589D}" dt="2026-10-14T13:01:33.492" v="390" actId="1036"/>
          <ac:spMkLst>
            <pc:docMk/>
            <pc:sldMk cId="3972498622" sldId="322"/>
            <ac:spMk id="23" creationId="{F33BECFD-88F5-AAE4-E4E4-7998A29801B1}"/>
          </ac:spMkLst>
        </pc:spChg>
        <pc:spChg chg="add mod">
          <ac:chgData name="GEORGIOS DIMITRAKOPOULOS" userId="0614bc40-ecc2-4674-8a86-e5df437c2e7b" providerId="ADAL" clId="{241D36BE-FE1E-4FC3-99E3-E69D34DF589D}" dt="2026-10-14T13:01:41.626" v="403" actId="1036"/>
          <ac:spMkLst>
            <pc:docMk/>
            <pc:sldMk cId="3972498622" sldId="322"/>
            <ac:spMk id="25" creationId="{B9E2DE26-EFA2-A389-EA88-B046B3E5080A}"/>
          </ac:spMkLst>
        </pc:spChg>
        <pc:spChg chg="add">
          <ac:chgData name="GEORGIOS DIMITRAKOPOULOS" userId="0614bc40-ecc2-4674-8a86-e5df437c2e7b" providerId="ADAL" clId="{241D36BE-FE1E-4FC3-99E3-E69D34DF589D}" dt="2026-10-14T13:01:19.084" v="376" actId="22"/>
          <ac:spMkLst>
            <pc:docMk/>
            <pc:sldMk cId="3972498622" sldId="322"/>
            <ac:spMk id="27" creationId="{5960D8DA-EA05-E820-B583-3F83BA54B85E}"/>
          </ac:spMkLst>
        </pc:spChg>
      </pc:sldChg>
      <pc:sldChg chg="addSp delSp modSp new mod">
        <pc:chgData name="GEORGIOS DIMITRAKOPOULOS" userId="0614bc40-ecc2-4674-8a86-e5df437c2e7b" providerId="ADAL" clId="{241D36BE-FE1E-4FC3-99E3-E69D34DF589D}" dt="2026-10-14T14:38:12.586" v="1038" actId="14100"/>
        <pc:sldMkLst>
          <pc:docMk/>
          <pc:sldMk cId="3227681229" sldId="323"/>
        </pc:sldMkLst>
        <pc:spChg chg="mod">
          <ac:chgData name="GEORGIOS DIMITRAKOPOULOS" userId="0614bc40-ecc2-4674-8a86-e5df437c2e7b" providerId="ADAL" clId="{241D36BE-FE1E-4FC3-99E3-E69D34DF589D}" dt="2026-10-14T13:02:11.075" v="437" actId="20577"/>
          <ac:spMkLst>
            <pc:docMk/>
            <pc:sldMk cId="3227681229" sldId="323"/>
            <ac:spMk id="2" creationId="{2F71C112-0379-B3D1-5E06-AFD764620BD2}"/>
          </ac:spMkLst>
        </pc:spChg>
        <pc:spChg chg="del">
          <ac:chgData name="GEORGIOS DIMITRAKOPOULOS" userId="0614bc40-ecc2-4674-8a86-e5df437c2e7b" providerId="ADAL" clId="{241D36BE-FE1E-4FC3-99E3-E69D34DF589D}" dt="2026-10-14T13:02:19.509" v="439" actId="478"/>
          <ac:spMkLst>
            <pc:docMk/>
            <pc:sldMk cId="3227681229" sldId="323"/>
            <ac:spMk id="3" creationId="{556B3455-2395-DEF1-A5F7-F95DF431334D}"/>
          </ac:spMkLst>
        </pc:spChg>
        <pc:spChg chg="mod">
          <ac:chgData name="GEORGIOS DIMITRAKOPOULOS" userId="0614bc40-ecc2-4674-8a86-e5df437c2e7b" providerId="ADAL" clId="{241D36BE-FE1E-4FC3-99E3-E69D34DF589D}" dt="2026-10-14T14:37:54.472" v="1034" actId="14100"/>
          <ac:spMkLst>
            <pc:docMk/>
            <pc:sldMk cId="3227681229" sldId="323"/>
            <ac:spMk id="4" creationId="{A0E0615C-0F9A-085E-603E-61C4A67C1825}"/>
          </ac:spMkLst>
        </pc:spChg>
        <pc:spChg chg="add mod">
          <ac:chgData name="GEORGIOS DIMITRAKOPOULOS" userId="0614bc40-ecc2-4674-8a86-e5df437c2e7b" providerId="ADAL" clId="{241D36BE-FE1E-4FC3-99E3-E69D34DF589D}" dt="2026-10-14T14:37:56.426" v="1035" actId="14100"/>
          <ac:spMkLst>
            <pc:docMk/>
            <pc:sldMk cId="3227681229" sldId="323"/>
            <ac:spMk id="5" creationId="{16B99F6D-E9C4-9B71-4688-6CC8ADACCC2C}"/>
          </ac:spMkLst>
        </pc:spChg>
        <pc:spChg chg="mod">
          <ac:chgData name="GEORGIOS DIMITRAKOPOULOS" userId="0614bc40-ecc2-4674-8a86-e5df437c2e7b" providerId="ADAL" clId="{241D36BE-FE1E-4FC3-99E3-E69D34DF589D}" dt="2026-10-14T13:02:31.137" v="465" actId="1037"/>
          <ac:spMkLst>
            <pc:docMk/>
            <pc:sldMk cId="3227681229" sldId="323"/>
            <ac:spMk id="7" creationId="{B8315F6D-4B90-ADA8-BC28-C0B1117F0F02}"/>
          </ac:spMkLst>
        </pc:spChg>
        <pc:spChg chg="add mod">
          <ac:chgData name="GEORGIOS DIMITRAKOPOULOS" userId="0614bc40-ecc2-4674-8a86-e5df437c2e7b" providerId="ADAL" clId="{241D36BE-FE1E-4FC3-99E3-E69D34DF589D}" dt="2026-10-14T13:02:31.137" v="465" actId="1037"/>
          <ac:spMkLst>
            <pc:docMk/>
            <pc:sldMk cId="3227681229" sldId="323"/>
            <ac:spMk id="8" creationId="{C4F494BD-8A23-B876-D786-C37A9F3CA10A}"/>
          </ac:spMkLst>
        </pc:spChg>
        <pc:spChg chg="add mod">
          <ac:chgData name="GEORGIOS DIMITRAKOPOULOS" userId="0614bc40-ecc2-4674-8a86-e5df437c2e7b" providerId="ADAL" clId="{241D36BE-FE1E-4FC3-99E3-E69D34DF589D}" dt="2026-10-14T13:02:16.988" v="438"/>
          <ac:spMkLst>
            <pc:docMk/>
            <pc:sldMk cId="3227681229" sldId="323"/>
            <ac:spMk id="10" creationId="{DE534EA1-4850-219A-F327-99CE4D62BCF7}"/>
          </ac:spMkLst>
        </pc:spChg>
        <pc:spChg chg="add mod">
          <ac:chgData name="GEORGIOS DIMITRAKOPOULOS" userId="0614bc40-ecc2-4674-8a86-e5df437c2e7b" providerId="ADAL" clId="{241D36BE-FE1E-4FC3-99E3-E69D34DF589D}" dt="2026-10-14T13:02:31.137" v="465" actId="1037"/>
          <ac:spMkLst>
            <pc:docMk/>
            <pc:sldMk cId="3227681229" sldId="323"/>
            <ac:spMk id="11" creationId="{A25DA50F-DF8B-D13C-5655-508BB34158A7}"/>
          </ac:spMkLst>
        </pc:spChg>
        <pc:spChg chg="add mod">
          <ac:chgData name="GEORGIOS DIMITRAKOPOULOS" userId="0614bc40-ecc2-4674-8a86-e5df437c2e7b" providerId="ADAL" clId="{241D36BE-FE1E-4FC3-99E3-E69D34DF589D}" dt="2026-10-14T13:02:31.137" v="465" actId="1037"/>
          <ac:spMkLst>
            <pc:docMk/>
            <pc:sldMk cId="3227681229" sldId="323"/>
            <ac:spMk id="13" creationId="{42CFE46C-8435-83DA-8E53-B2EF28D93D3C}"/>
          </ac:spMkLst>
        </pc:spChg>
        <pc:spChg chg="add mod">
          <ac:chgData name="GEORGIOS DIMITRAKOPOULOS" userId="0614bc40-ecc2-4674-8a86-e5df437c2e7b" providerId="ADAL" clId="{241D36BE-FE1E-4FC3-99E3-E69D34DF589D}" dt="2026-10-14T13:02:31.137" v="465" actId="1037"/>
          <ac:spMkLst>
            <pc:docMk/>
            <pc:sldMk cId="3227681229" sldId="323"/>
            <ac:spMk id="16" creationId="{4367564D-1D7F-CE18-A077-957CA9EBE227}"/>
          </ac:spMkLst>
        </pc:spChg>
        <pc:spChg chg="mod">
          <ac:chgData name="GEORGIOS DIMITRAKOPOULOS" userId="0614bc40-ecc2-4674-8a86-e5df437c2e7b" providerId="ADAL" clId="{241D36BE-FE1E-4FC3-99E3-E69D34DF589D}" dt="2026-10-14T13:02:31.137" v="465" actId="1037"/>
          <ac:spMkLst>
            <pc:docMk/>
            <pc:sldMk cId="3227681229" sldId="323"/>
            <ac:spMk id="19" creationId="{0415F298-1353-360B-654D-FF78ED83F941}"/>
          </ac:spMkLst>
        </pc:spChg>
        <pc:spChg chg="mod">
          <ac:chgData name="GEORGIOS DIMITRAKOPOULOS" userId="0614bc40-ecc2-4674-8a86-e5df437c2e7b" providerId="ADAL" clId="{241D36BE-FE1E-4FC3-99E3-E69D34DF589D}" dt="2026-10-14T13:02:31.137" v="465" actId="1037"/>
          <ac:spMkLst>
            <pc:docMk/>
            <pc:sldMk cId="3227681229" sldId="323"/>
            <ac:spMk id="20" creationId="{3C76CE0C-5A8B-115E-7965-CDC2E429A383}"/>
          </ac:spMkLst>
        </pc:spChg>
        <pc:spChg chg="add mod">
          <ac:chgData name="GEORGIOS DIMITRAKOPOULOS" userId="0614bc40-ecc2-4674-8a86-e5df437c2e7b" providerId="ADAL" clId="{241D36BE-FE1E-4FC3-99E3-E69D34DF589D}" dt="2026-10-14T14:38:12.586" v="1038" actId="14100"/>
          <ac:spMkLst>
            <pc:docMk/>
            <pc:sldMk cId="3227681229" sldId="323"/>
            <ac:spMk id="22" creationId="{6EBE4F63-812B-2814-CB55-C2B2DEA7E167}"/>
          </ac:spMkLst>
        </pc:spChg>
        <pc:spChg chg="add mod">
          <ac:chgData name="GEORGIOS DIMITRAKOPOULOS" userId="0614bc40-ecc2-4674-8a86-e5df437c2e7b" providerId="ADAL" clId="{241D36BE-FE1E-4FC3-99E3-E69D34DF589D}" dt="2026-10-14T14:38:02.845" v="1036" actId="14100"/>
          <ac:spMkLst>
            <pc:docMk/>
            <pc:sldMk cId="3227681229" sldId="323"/>
            <ac:spMk id="23" creationId="{278AD734-58A3-96B7-30E6-4D149E655AF4}"/>
          </ac:spMkLst>
        </pc:spChg>
        <pc:spChg chg="add mod">
          <ac:chgData name="GEORGIOS DIMITRAKOPOULOS" userId="0614bc40-ecc2-4674-8a86-e5df437c2e7b" providerId="ADAL" clId="{241D36BE-FE1E-4FC3-99E3-E69D34DF589D}" dt="2026-10-14T13:02:16.988" v="438"/>
          <ac:spMkLst>
            <pc:docMk/>
            <pc:sldMk cId="3227681229" sldId="323"/>
            <ac:spMk id="24" creationId="{83CFC29A-E37A-03B2-76BA-0603D69ACAF3}"/>
          </ac:spMkLst>
        </pc:spChg>
        <pc:spChg chg="add mod">
          <ac:chgData name="GEORGIOS DIMITRAKOPOULOS" userId="0614bc40-ecc2-4674-8a86-e5df437c2e7b" providerId="ADAL" clId="{241D36BE-FE1E-4FC3-99E3-E69D34DF589D}" dt="2026-10-14T13:02:16.988" v="438"/>
          <ac:spMkLst>
            <pc:docMk/>
            <pc:sldMk cId="3227681229" sldId="323"/>
            <ac:spMk id="25" creationId="{67D4C58E-54C7-9D6B-7360-770A83E32FDF}"/>
          </ac:spMkLst>
        </pc:spChg>
      </pc:sldChg>
      <pc:sldChg chg="addSp delSp modSp new mod">
        <pc:chgData name="GEORGIOS DIMITRAKOPOULOS" userId="0614bc40-ecc2-4674-8a86-e5df437c2e7b" providerId="ADAL" clId="{241D36BE-FE1E-4FC3-99E3-E69D34DF589D}" dt="2026-10-14T14:39:56.229" v="1098" actId="20577"/>
        <pc:sldMkLst>
          <pc:docMk/>
          <pc:sldMk cId="1643265543" sldId="324"/>
        </pc:sldMkLst>
        <pc:spChg chg="mod">
          <ac:chgData name="GEORGIOS DIMITRAKOPOULOS" userId="0614bc40-ecc2-4674-8a86-e5df437c2e7b" providerId="ADAL" clId="{241D36BE-FE1E-4FC3-99E3-E69D34DF589D}" dt="2026-10-14T14:39:56.229" v="1098" actId="20577"/>
          <ac:spMkLst>
            <pc:docMk/>
            <pc:sldMk cId="1643265543" sldId="324"/>
            <ac:spMk id="2" creationId="{91B6E2DA-CCDE-1DB5-AE1C-B524004ED843}"/>
          </ac:spMkLst>
        </pc:spChg>
        <pc:spChg chg="del">
          <ac:chgData name="GEORGIOS DIMITRAKOPOULOS" userId="0614bc40-ecc2-4674-8a86-e5df437c2e7b" providerId="ADAL" clId="{241D36BE-FE1E-4FC3-99E3-E69D34DF589D}" dt="2026-10-14T13:03:22.431" v="481" actId="478"/>
          <ac:spMkLst>
            <pc:docMk/>
            <pc:sldMk cId="1643265543" sldId="324"/>
            <ac:spMk id="3" creationId="{9CF66752-2488-29CB-9650-8AD163CB6BEF}"/>
          </ac:spMkLst>
        </pc:spChg>
        <pc:spChg chg="add">
          <ac:chgData name="GEORGIOS DIMITRAKOPOULOS" userId="0614bc40-ecc2-4674-8a86-e5df437c2e7b" providerId="ADAL" clId="{241D36BE-FE1E-4FC3-99E3-E69D34DF589D}" dt="2026-10-14T13:03:18.908" v="480" actId="22"/>
          <ac:spMkLst>
            <pc:docMk/>
            <pc:sldMk cId="1643265543" sldId="324"/>
            <ac:spMk id="5" creationId="{80A3A60F-6D35-59BE-1A4F-E22C05A4545D}"/>
          </ac:spMkLst>
        </pc:spChg>
        <pc:spChg chg="add">
          <ac:chgData name="GEORGIOS DIMITRAKOPOULOS" userId="0614bc40-ecc2-4674-8a86-e5df437c2e7b" providerId="ADAL" clId="{241D36BE-FE1E-4FC3-99E3-E69D34DF589D}" dt="2026-10-14T13:03:18.908" v="480" actId="22"/>
          <ac:spMkLst>
            <pc:docMk/>
            <pc:sldMk cId="1643265543" sldId="324"/>
            <ac:spMk id="7" creationId="{0D0DBC1F-4070-0F73-23BC-0F9601AD4C61}"/>
          </ac:spMkLst>
        </pc:spChg>
        <pc:spChg chg="add">
          <ac:chgData name="GEORGIOS DIMITRAKOPOULOS" userId="0614bc40-ecc2-4674-8a86-e5df437c2e7b" providerId="ADAL" clId="{241D36BE-FE1E-4FC3-99E3-E69D34DF589D}" dt="2026-10-14T13:03:18.908" v="480" actId="22"/>
          <ac:spMkLst>
            <pc:docMk/>
            <pc:sldMk cId="1643265543" sldId="324"/>
            <ac:spMk id="9" creationId="{9016462B-EFEC-A10C-AE55-565585A09FD0}"/>
          </ac:spMkLst>
        </pc:spChg>
        <pc:spChg chg="add">
          <ac:chgData name="GEORGIOS DIMITRAKOPOULOS" userId="0614bc40-ecc2-4674-8a86-e5df437c2e7b" providerId="ADAL" clId="{241D36BE-FE1E-4FC3-99E3-E69D34DF589D}" dt="2026-10-14T13:03:18.908" v="480" actId="22"/>
          <ac:spMkLst>
            <pc:docMk/>
            <pc:sldMk cId="1643265543" sldId="324"/>
            <ac:spMk id="15" creationId="{D346A99A-5F44-9237-B08A-0781AD0B69C6}"/>
          </ac:spMkLst>
        </pc:spChg>
        <pc:spChg chg="add">
          <ac:chgData name="GEORGIOS DIMITRAKOPOULOS" userId="0614bc40-ecc2-4674-8a86-e5df437c2e7b" providerId="ADAL" clId="{241D36BE-FE1E-4FC3-99E3-E69D34DF589D}" dt="2026-10-14T13:03:18.908" v="480" actId="22"/>
          <ac:spMkLst>
            <pc:docMk/>
            <pc:sldMk cId="1643265543" sldId="324"/>
            <ac:spMk id="17" creationId="{E2470DDA-16DC-BD3C-19B3-4099C377A860}"/>
          </ac:spMkLst>
        </pc:spChg>
        <pc:spChg chg="add">
          <ac:chgData name="GEORGIOS DIMITRAKOPOULOS" userId="0614bc40-ecc2-4674-8a86-e5df437c2e7b" providerId="ADAL" clId="{241D36BE-FE1E-4FC3-99E3-E69D34DF589D}" dt="2026-10-14T13:03:18.908" v="480" actId="22"/>
          <ac:spMkLst>
            <pc:docMk/>
            <pc:sldMk cId="1643265543" sldId="324"/>
            <ac:spMk id="19" creationId="{D858CB4D-6289-20DC-10BF-C3BBDAC2F859}"/>
          </ac:spMkLst>
        </pc:spChg>
        <pc:spChg chg="add">
          <ac:chgData name="GEORGIOS DIMITRAKOPOULOS" userId="0614bc40-ecc2-4674-8a86-e5df437c2e7b" providerId="ADAL" clId="{241D36BE-FE1E-4FC3-99E3-E69D34DF589D}" dt="2026-10-14T13:03:18.908" v="480" actId="22"/>
          <ac:spMkLst>
            <pc:docMk/>
            <pc:sldMk cId="1643265543" sldId="324"/>
            <ac:spMk id="21" creationId="{FA9DC36D-62DC-1E1E-9CD4-9E5672C15273}"/>
          </ac:spMkLst>
        </pc:spChg>
        <pc:spChg chg="add">
          <ac:chgData name="GEORGIOS DIMITRAKOPOULOS" userId="0614bc40-ecc2-4674-8a86-e5df437c2e7b" providerId="ADAL" clId="{241D36BE-FE1E-4FC3-99E3-E69D34DF589D}" dt="2026-10-14T13:03:18.908" v="480" actId="22"/>
          <ac:spMkLst>
            <pc:docMk/>
            <pc:sldMk cId="1643265543" sldId="324"/>
            <ac:spMk id="23" creationId="{DFD14017-7220-8D31-B9E4-18C8A9175B97}"/>
          </ac:spMkLst>
        </pc:spChg>
        <pc:spChg chg="add">
          <ac:chgData name="GEORGIOS DIMITRAKOPOULOS" userId="0614bc40-ecc2-4674-8a86-e5df437c2e7b" providerId="ADAL" clId="{241D36BE-FE1E-4FC3-99E3-E69D34DF589D}" dt="2026-10-14T13:03:18.908" v="480" actId="22"/>
          <ac:spMkLst>
            <pc:docMk/>
            <pc:sldMk cId="1643265543" sldId="324"/>
            <ac:spMk id="25" creationId="{B8DEA263-D1F9-89CF-7761-2A2E4296BD1E}"/>
          </ac:spMkLst>
        </pc:spChg>
        <pc:spChg chg="add">
          <ac:chgData name="GEORGIOS DIMITRAKOPOULOS" userId="0614bc40-ecc2-4674-8a86-e5df437c2e7b" providerId="ADAL" clId="{241D36BE-FE1E-4FC3-99E3-E69D34DF589D}" dt="2026-10-14T13:03:18.908" v="480" actId="22"/>
          <ac:spMkLst>
            <pc:docMk/>
            <pc:sldMk cId="1643265543" sldId="324"/>
            <ac:spMk id="29" creationId="{D19EBB64-E794-90A1-BD9A-55337C2505A0}"/>
          </ac:spMkLst>
        </pc:spChg>
      </pc:sldChg>
      <pc:sldChg chg="addSp modSp new mod">
        <pc:chgData name="GEORGIOS DIMITRAKOPOULOS" userId="0614bc40-ecc2-4674-8a86-e5df437c2e7b" providerId="ADAL" clId="{241D36BE-FE1E-4FC3-99E3-E69D34DF589D}" dt="2026-10-14T13:03:40.851" v="490" actId="22"/>
        <pc:sldMkLst>
          <pc:docMk/>
          <pc:sldMk cId="1891288888" sldId="325"/>
        </pc:sldMkLst>
        <pc:spChg chg="mod">
          <ac:chgData name="GEORGIOS DIMITRAKOPOULOS" userId="0614bc40-ecc2-4674-8a86-e5df437c2e7b" providerId="ADAL" clId="{241D36BE-FE1E-4FC3-99E3-E69D34DF589D}" dt="2026-10-14T13:03:35.802" v="488"/>
          <ac:spMkLst>
            <pc:docMk/>
            <pc:sldMk cId="1891288888" sldId="325"/>
            <ac:spMk id="2" creationId="{AB9B662A-94CD-5996-6CD9-8938B3D7B3E3}"/>
          </ac:spMkLst>
        </pc:spChg>
        <pc:spChg chg="add">
          <ac:chgData name="GEORGIOS DIMITRAKOPOULOS" userId="0614bc40-ecc2-4674-8a86-e5df437c2e7b" providerId="ADAL" clId="{241D36BE-FE1E-4FC3-99E3-E69D34DF589D}" dt="2026-10-14T13:03:40.851" v="490" actId="22"/>
          <ac:spMkLst>
            <pc:docMk/>
            <pc:sldMk cId="1891288888" sldId="325"/>
            <ac:spMk id="5" creationId="{45BEB9FF-5926-D631-D672-2B11FA67B774}"/>
          </ac:spMkLst>
        </pc:spChg>
        <pc:spChg chg="add">
          <ac:chgData name="GEORGIOS DIMITRAKOPOULOS" userId="0614bc40-ecc2-4674-8a86-e5df437c2e7b" providerId="ADAL" clId="{241D36BE-FE1E-4FC3-99E3-E69D34DF589D}" dt="2026-10-14T13:03:40.851" v="490" actId="22"/>
          <ac:spMkLst>
            <pc:docMk/>
            <pc:sldMk cId="1891288888" sldId="325"/>
            <ac:spMk id="9" creationId="{924A617A-5576-E10F-E758-1B38A82A814D}"/>
          </ac:spMkLst>
        </pc:spChg>
        <pc:spChg chg="add">
          <ac:chgData name="GEORGIOS DIMITRAKOPOULOS" userId="0614bc40-ecc2-4674-8a86-e5df437c2e7b" providerId="ADAL" clId="{241D36BE-FE1E-4FC3-99E3-E69D34DF589D}" dt="2026-10-14T13:03:40.851" v="490" actId="22"/>
          <ac:spMkLst>
            <pc:docMk/>
            <pc:sldMk cId="1891288888" sldId="325"/>
            <ac:spMk id="13" creationId="{5CE77853-3716-B3C6-2207-607075EA9959}"/>
          </ac:spMkLst>
        </pc:spChg>
        <pc:spChg chg="add">
          <ac:chgData name="GEORGIOS DIMITRAKOPOULOS" userId="0614bc40-ecc2-4674-8a86-e5df437c2e7b" providerId="ADAL" clId="{241D36BE-FE1E-4FC3-99E3-E69D34DF589D}" dt="2026-10-14T13:03:40.851" v="490" actId="22"/>
          <ac:spMkLst>
            <pc:docMk/>
            <pc:sldMk cId="1891288888" sldId="325"/>
            <ac:spMk id="15" creationId="{67F8C924-3388-DD09-0A90-D5F4CA221D32}"/>
          </ac:spMkLst>
        </pc:spChg>
        <pc:spChg chg="add">
          <ac:chgData name="GEORGIOS DIMITRAKOPOULOS" userId="0614bc40-ecc2-4674-8a86-e5df437c2e7b" providerId="ADAL" clId="{241D36BE-FE1E-4FC3-99E3-E69D34DF589D}" dt="2026-10-14T13:03:40.851" v="490" actId="22"/>
          <ac:spMkLst>
            <pc:docMk/>
            <pc:sldMk cId="1891288888" sldId="325"/>
            <ac:spMk id="17" creationId="{D961BE2A-DF51-A780-7522-0976AE110EAD}"/>
          </ac:spMkLst>
        </pc:spChg>
        <pc:spChg chg="add">
          <ac:chgData name="GEORGIOS DIMITRAKOPOULOS" userId="0614bc40-ecc2-4674-8a86-e5df437c2e7b" providerId="ADAL" clId="{241D36BE-FE1E-4FC3-99E3-E69D34DF589D}" dt="2026-10-14T13:03:40.851" v="490" actId="22"/>
          <ac:spMkLst>
            <pc:docMk/>
            <pc:sldMk cId="1891288888" sldId="325"/>
            <ac:spMk id="21" creationId="{F1E99863-C831-A1E2-B0AA-2E3FE3E09B70}"/>
          </ac:spMkLst>
        </pc:spChg>
        <pc:spChg chg="add">
          <ac:chgData name="GEORGIOS DIMITRAKOPOULOS" userId="0614bc40-ecc2-4674-8a86-e5df437c2e7b" providerId="ADAL" clId="{241D36BE-FE1E-4FC3-99E3-E69D34DF589D}" dt="2026-10-14T13:03:40.851" v="490" actId="22"/>
          <ac:spMkLst>
            <pc:docMk/>
            <pc:sldMk cId="1891288888" sldId="325"/>
            <ac:spMk id="23" creationId="{C15E69DD-4ECC-1366-C967-287CE8D16572}"/>
          </ac:spMkLst>
        </pc:spChg>
        <pc:spChg chg="add">
          <ac:chgData name="GEORGIOS DIMITRAKOPOULOS" userId="0614bc40-ecc2-4674-8a86-e5df437c2e7b" providerId="ADAL" clId="{241D36BE-FE1E-4FC3-99E3-E69D34DF589D}" dt="2026-10-14T13:03:40.851" v="490" actId="22"/>
          <ac:spMkLst>
            <pc:docMk/>
            <pc:sldMk cId="1891288888" sldId="325"/>
            <ac:spMk id="25" creationId="{90E34989-5D42-4D18-F60D-48035A367B02}"/>
          </ac:spMkLst>
        </pc:spChg>
        <pc:spChg chg="add">
          <ac:chgData name="GEORGIOS DIMITRAKOPOULOS" userId="0614bc40-ecc2-4674-8a86-e5df437c2e7b" providerId="ADAL" clId="{241D36BE-FE1E-4FC3-99E3-E69D34DF589D}" dt="2026-10-14T13:03:40.851" v="490" actId="22"/>
          <ac:spMkLst>
            <pc:docMk/>
            <pc:sldMk cId="1891288888" sldId="325"/>
            <ac:spMk id="29" creationId="{430CF02F-E0F5-DACA-4D4C-A49A53E0D8A0}"/>
          </ac:spMkLst>
        </pc:spChg>
        <pc:spChg chg="add">
          <ac:chgData name="GEORGIOS DIMITRAKOPOULOS" userId="0614bc40-ecc2-4674-8a86-e5df437c2e7b" providerId="ADAL" clId="{241D36BE-FE1E-4FC3-99E3-E69D34DF589D}" dt="2026-10-14T13:03:40.851" v="490" actId="22"/>
          <ac:spMkLst>
            <pc:docMk/>
            <pc:sldMk cId="1891288888" sldId="325"/>
            <ac:spMk id="31" creationId="{9BA174B2-F4E3-F0B3-79E1-50C635477DE5}"/>
          </ac:spMkLst>
        </pc:spChg>
      </pc:sldChg>
      <pc:sldChg chg="addSp modSp new mod">
        <pc:chgData name="GEORGIOS DIMITRAKOPOULOS" userId="0614bc40-ecc2-4674-8a86-e5df437c2e7b" providerId="ADAL" clId="{241D36BE-FE1E-4FC3-99E3-E69D34DF589D}" dt="2026-10-14T14:16:22.817" v="1011" actId="27636"/>
        <pc:sldMkLst>
          <pc:docMk/>
          <pc:sldMk cId="3506190224" sldId="326"/>
        </pc:sldMkLst>
        <pc:spChg chg="mod">
          <ac:chgData name="GEORGIOS DIMITRAKOPOULOS" userId="0614bc40-ecc2-4674-8a86-e5df437c2e7b" providerId="ADAL" clId="{241D36BE-FE1E-4FC3-99E3-E69D34DF589D}" dt="2026-10-14T14:16:22.817" v="1011" actId="27636"/>
          <ac:spMkLst>
            <pc:docMk/>
            <pc:sldMk cId="3506190224" sldId="326"/>
            <ac:spMk id="2" creationId="{8146DE17-37C1-AE1D-F1B5-9C358BC52A7C}"/>
          </ac:spMkLst>
        </pc:spChg>
        <pc:spChg chg="add">
          <ac:chgData name="GEORGIOS DIMITRAKOPOULOS" userId="0614bc40-ecc2-4674-8a86-e5df437c2e7b" providerId="ADAL" clId="{241D36BE-FE1E-4FC3-99E3-E69D34DF589D}" dt="2026-10-14T13:04:08.662" v="496" actId="22"/>
          <ac:spMkLst>
            <pc:docMk/>
            <pc:sldMk cId="3506190224" sldId="326"/>
            <ac:spMk id="5" creationId="{7C91EC03-8DFC-851C-F22B-A41FF9568824}"/>
          </ac:spMkLst>
        </pc:spChg>
        <pc:spChg chg="add">
          <ac:chgData name="GEORGIOS DIMITRAKOPOULOS" userId="0614bc40-ecc2-4674-8a86-e5df437c2e7b" providerId="ADAL" clId="{241D36BE-FE1E-4FC3-99E3-E69D34DF589D}" dt="2026-10-14T13:04:08.662" v="496" actId="22"/>
          <ac:spMkLst>
            <pc:docMk/>
            <pc:sldMk cId="3506190224" sldId="326"/>
            <ac:spMk id="7" creationId="{A68A65E9-8762-7ABC-B38A-164B14D62D12}"/>
          </ac:spMkLst>
        </pc:spChg>
        <pc:spChg chg="add">
          <ac:chgData name="GEORGIOS DIMITRAKOPOULOS" userId="0614bc40-ecc2-4674-8a86-e5df437c2e7b" providerId="ADAL" clId="{241D36BE-FE1E-4FC3-99E3-E69D34DF589D}" dt="2026-10-14T13:04:08.662" v="496" actId="22"/>
          <ac:spMkLst>
            <pc:docMk/>
            <pc:sldMk cId="3506190224" sldId="326"/>
            <ac:spMk id="9" creationId="{A19E6F4F-2D7A-591B-B191-0492E309491F}"/>
          </ac:spMkLst>
        </pc:spChg>
        <pc:spChg chg="add">
          <ac:chgData name="GEORGIOS DIMITRAKOPOULOS" userId="0614bc40-ecc2-4674-8a86-e5df437c2e7b" providerId="ADAL" clId="{241D36BE-FE1E-4FC3-99E3-E69D34DF589D}" dt="2026-10-14T13:04:08.662" v="496" actId="22"/>
          <ac:spMkLst>
            <pc:docMk/>
            <pc:sldMk cId="3506190224" sldId="326"/>
            <ac:spMk id="11" creationId="{028F2B9D-295F-248A-CC6D-2AA75C9D3DF5}"/>
          </ac:spMkLst>
        </pc:spChg>
        <pc:spChg chg="add">
          <ac:chgData name="GEORGIOS DIMITRAKOPOULOS" userId="0614bc40-ecc2-4674-8a86-e5df437c2e7b" providerId="ADAL" clId="{241D36BE-FE1E-4FC3-99E3-E69D34DF589D}" dt="2026-10-14T13:04:08.662" v="496" actId="22"/>
          <ac:spMkLst>
            <pc:docMk/>
            <pc:sldMk cId="3506190224" sldId="326"/>
            <ac:spMk id="15" creationId="{5F8D6586-D0EA-58C4-BBCD-A6E794CBB1EC}"/>
          </ac:spMkLst>
        </pc:spChg>
        <pc:spChg chg="add">
          <ac:chgData name="GEORGIOS DIMITRAKOPOULOS" userId="0614bc40-ecc2-4674-8a86-e5df437c2e7b" providerId="ADAL" clId="{241D36BE-FE1E-4FC3-99E3-E69D34DF589D}" dt="2026-10-14T13:04:08.662" v="496" actId="22"/>
          <ac:spMkLst>
            <pc:docMk/>
            <pc:sldMk cId="3506190224" sldId="326"/>
            <ac:spMk id="19" creationId="{12C792BC-0818-4D3D-54D2-30B4AE8C4616}"/>
          </ac:spMkLst>
        </pc:spChg>
        <pc:spChg chg="add">
          <ac:chgData name="GEORGIOS DIMITRAKOPOULOS" userId="0614bc40-ecc2-4674-8a86-e5df437c2e7b" providerId="ADAL" clId="{241D36BE-FE1E-4FC3-99E3-E69D34DF589D}" dt="2026-10-14T13:04:08.662" v="496" actId="22"/>
          <ac:spMkLst>
            <pc:docMk/>
            <pc:sldMk cId="3506190224" sldId="326"/>
            <ac:spMk id="21" creationId="{E9052E67-E40C-189E-88AF-2D1F17EB0234}"/>
          </ac:spMkLst>
        </pc:spChg>
        <pc:spChg chg="add">
          <ac:chgData name="GEORGIOS DIMITRAKOPOULOS" userId="0614bc40-ecc2-4674-8a86-e5df437c2e7b" providerId="ADAL" clId="{241D36BE-FE1E-4FC3-99E3-E69D34DF589D}" dt="2026-10-14T13:04:08.662" v="496" actId="22"/>
          <ac:spMkLst>
            <pc:docMk/>
            <pc:sldMk cId="3506190224" sldId="326"/>
            <ac:spMk id="23" creationId="{D826B03F-8A1B-CBDA-E5CD-F76A6F78BA2C}"/>
          </ac:spMkLst>
        </pc:spChg>
        <pc:spChg chg="add">
          <ac:chgData name="GEORGIOS DIMITRAKOPOULOS" userId="0614bc40-ecc2-4674-8a86-e5df437c2e7b" providerId="ADAL" clId="{241D36BE-FE1E-4FC3-99E3-E69D34DF589D}" dt="2026-10-14T13:04:08.662" v="496" actId="22"/>
          <ac:spMkLst>
            <pc:docMk/>
            <pc:sldMk cId="3506190224" sldId="326"/>
            <ac:spMk id="27" creationId="{986C766D-7B01-DA57-E797-B499E1420F77}"/>
          </ac:spMkLst>
        </pc:spChg>
        <pc:spChg chg="add">
          <ac:chgData name="GEORGIOS DIMITRAKOPOULOS" userId="0614bc40-ecc2-4674-8a86-e5df437c2e7b" providerId="ADAL" clId="{241D36BE-FE1E-4FC3-99E3-E69D34DF589D}" dt="2026-10-14T13:04:08.662" v="496" actId="22"/>
          <ac:spMkLst>
            <pc:docMk/>
            <pc:sldMk cId="3506190224" sldId="326"/>
            <ac:spMk id="29" creationId="{AEF28CD9-F66F-59B8-D058-68E02157DB6E}"/>
          </ac:spMkLst>
        </pc:spChg>
      </pc:sldChg>
      <pc:sldChg chg="addSp modSp new mod">
        <pc:chgData name="GEORGIOS DIMITRAKOPOULOS" userId="0614bc40-ecc2-4674-8a86-e5df437c2e7b" providerId="ADAL" clId="{241D36BE-FE1E-4FC3-99E3-E69D34DF589D}" dt="2026-10-14T13:04:15.465" v="497" actId="22"/>
        <pc:sldMkLst>
          <pc:docMk/>
          <pc:sldMk cId="3297375836" sldId="327"/>
        </pc:sldMkLst>
        <pc:spChg chg="mod">
          <ac:chgData name="GEORGIOS DIMITRAKOPOULOS" userId="0614bc40-ecc2-4674-8a86-e5df437c2e7b" providerId="ADAL" clId="{241D36BE-FE1E-4FC3-99E3-E69D34DF589D}" dt="2026-10-14T13:03:54.856" v="493"/>
          <ac:spMkLst>
            <pc:docMk/>
            <pc:sldMk cId="3297375836" sldId="327"/>
            <ac:spMk id="2" creationId="{E16ED8C1-57C6-F814-352E-47FBD3D127AD}"/>
          </ac:spMkLst>
        </pc:spChg>
        <pc:spChg chg="add">
          <ac:chgData name="GEORGIOS DIMITRAKOPOULOS" userId="0614bc40-ecc2-4674-8a86-e5df437c2e7b" providerId="ADAL" clId="{241D36BE-FE1E-4FC3-99E3-E69D34DF589D}" dt="2026-10-14T13:04:15.465" v="497" actId="22"/>
          <ac:spMkLst>
            <pc:docMk/>
            <pc:sldMk cId="3297375836" sldId="327"/>
            <ac:spMk id="13" creationId="{4428BF8C-38FB-6D44-B03E-D417EF2A5C93}"/>
          </ac:spMkLst>
        </pc:spChg>
        <pc:spChg chg="add">
          <ac:chgData name="GEORGIOS DIMITRAKOPOULOS" userId="0614bc40-ecc2-4674-8a86-e5df437c2e7b" providerId="ADAL" clId="{241D36BE-FE1E-4FC3-99E3-E69D34DF589D}" dt="2026-10-14T13:04:15.465" v="497" actId="22"/>
          <ac:spMkLst>
            <pc:docMk/>
            <pc:sldMk cId="3297375836" sldId="327"/>
            <ac:spMk id="17" creationId="{6815784C-1935-C641-031A-27CBA175325A}"/>
          </ac:spMkLst>
        </pc:spChg>
        <pc:spChg chg="add">
          <ac:chgData name="GEORGIOS DIMITRAKOPOULOS" userId="0614bc40-ecc2-4674-8a86-e5df437c2e7b" providerId="ADAL" clId="{241D36BE-FE1E-4FC3-99E3-E69D34DF589D}" dt="2026-10-14T13:04:15.465" v="497" actId="22"/>
          <ac:spMkLst>
            <pc:docMk/>
            <pc:sldMk cId="3297375836" sldId="327"/>
            <ac:spMk id="19" creationId="{79D80993-DF84-9DEE-1E2C-14E96D478926}"/>
          </ac:spMkLst>
        </pc:spChg>
        <pc:spChg chg="add">
          <ac:chgData name="GEORGIOS DIMITRAKOPOULOS" userId="0614bc40-ecc2-4674-8a86-e5df437c2e7b" providerId="ADAL" clId="{241D36BE-FE1E-4FC3-99E3-E69D34DF589D}" dt="2026-10-14T13:04:15.465" v="497" actId="22"/>
          <ac:spMkLst>
            <pc:docMk/>
            <pc:sldMk cId="3297375836" sldId="327"/>
            <ac:spMk id="21" creationId="{5B386561-7D4D-9E17-132D-1A939C992ED6}"/>
          </ac:spMkLst>
        </pc:spChg>
        <pc:spChg chg="add">
          <ac:chgData name="GEORGIOS DIMITRAKOPOULOS" userId="0614bc40-ecc2-4674-8a86-e5df437c2e7b" providerId="ADAL" clId="{241D36BE-FE1E-4FC3-99E3-E69D34DF589D}" dt="2026-10-14T13:04:15.465" v="497" actId="22"/>
          <ac:spMkLst>
            <pc:docMk/>
            <pc:sldMk cId="3297375836" sldId="327"/>
            <ac:spMk id="23" creationId="{697E496F-4693-422F-5136-565965803D88}"/>
          </ac:spMkLst>
        </pc:spChg>
        <pc:spChg chg="add">
          <ac:chgData name="GEORGIOS DIMITRAKOPOULOS" userId="0614bc40-ecc2-4674-8a86-e5df437c2e7b" providerId="ADAL" clId="{241D36BE-FE1E-4FC3-99E3-E69D34DF589D}" dt="2026-10-14T13:04:15.465" v="497" actId="22"/>
          <ac:spMkLst>
            <pc:docMk/>
            <pc:sldMk cId="3297375836" sldId="327"/>
            <ac:spMk id="25" creationId="{EA951F73-7CDB-A48D-0C82-6B4B749BBF8B}"/>
          </ac:spMkLst>
        </pc:spChg>
        <pc:spChg chg="add">
          <ac:chgData name="GEORGIOS DIMITRAKOPOULOS" userId="0614bc40-ecc2-4674-8a86-e5df437c2e7b" providerId="ADAL" clId="{241D36BE-FE1E-4FC3-99E3-E69D34DF589D}" dt="2026-10-14T13:04:15.465" v="497" actId="22"/>
          <ac:spMkLst>
            <pc:docMk/>
            <pc:sldMk cId="3297375836" sldId="327"/>
            <ac:spMk id="27" creationId="{BC194BE7-66C0-C036-B5EF-78A5A00DCD12}"/>
          </ac:spMkLst>
        </pc:spChg>
        <pc:spChg chg="add">
          <ac:chgData name="GEORGIOS DIMITRAKOPOULOS" userId="0614bc40-ecc2-4674-8a86-e5df437c2e7b" providerId="ADAL" clId="{241D36BE-FE1E-4FC3-99E3-E69D34DF589D}" dt="2026-10-14T13:04:15.465" v="497" actId="22"/>
          <ac:spMkLst>
            <pc:docMk/>
            <pc:sldMk cId="3297375836" sldId="327"/>
            <ac:spMk id="29" creationId="{17DEB7EE-C77C-0211-7564-4A6100988243}"/>
          </ac:spMkLst>
        </pc:spChg>
        <pc:spChg chg="add">
          <ac:chgData name="GEORGIOS DIMITRAKOPOULOS" userId="0614bc40-ecc2-4674-8a86-e5df437c2e7b" providerId="ADAL" clId="{241D36BE-FE1E-4FC3-99E3-E69D34DF589D}" dt="2026-10-14T13:04:15.465" v="497" actId="22"/>
          <ac:spMkLst>
            <pc:docMk/>
            <pc:sldMk cId="3297375836" sldId="327"/>
            <ac:spMk id="31" creationId="{FD4D3FDC-E05F-971F-C588-6478A7E6F0E0}"/>
          </ac:spMkLst>
        </pc:spChg>
        <pc:spChg chg="add">
          <ac:chgData name="GEORGIOS DIMITRAKOPOULOS" userId="0614bc40-ecc2-4674-8a86-e5df437c2e7b" providerId="ADAL" clId="{241D36BE-FE1E-4FC3-99E3-E69D34DF589D}" dt="2026-10-14T13:04:15.465" v="497" actId="22"/>
          <ac:spMkLst>
            <pc:docMk/>
            <pc:sldMk cId="3297375836" sldId="327"/>
            <ac:spMk id="35" creationId="{D2696E19-41E4-EF96-F08D-A726DA9D0A71}"/>
          </ac:spMkLst>
        </pc:spChg>
      </pc:sldChg>
      <pc:sldChg chg="addSp modSp new mod">
        <pc:chgData name="GEORGIOS DIMITRAKOPOULOS" userId="0614bc40-ecc2-4674-8a86-e5df437c2e7b" providerId="ADAL" clId="{241D36BE-FE1E-4FC3-99E3-E69D34DF589D}" dt="2026-10-14T14:40:16.310" v="1101" actId="1076"/>
        <pc:sldMkLst>
          <pc:docMk/>
          <pc:sldMk cId="3969081874" sldId="328"/>
        </pc:sldMkLst>
        <pc:spChg chg="mod">
          <ac:chgData name="GEORGIOS DIMITRAKOPOULOS" userId="0614bc40-ecc2-4674-8a86-e5df437c2e7b" providerId="ADAL" clId="{241D36BE-FE1E-4FC3-99E3-E69D34DF589D}" dt="2026-10-14T14:40:16.310" v="1101" actId="1076"/>
          <ac:spMkLst>
            <pc:docMk/>
            <pc:sldMk cId="3969081874" sldId="328"/>
            <ac:spMk id="2" creationId="{6040CE7A-DC9D-1973-F536-CDB419F77595}"/>
          </ac:spMkLst>
        </pc:spChg>
        <pc:spChg chg="add">
          <ac:chgData name="GEORGIOS DIMITRAKOPOULOS" userId="0614bc40-ecc2-4674-8a86-e5df437c2e7b" providerId="ADAL" clId="{241D36BE-FE1E-4FC3-99E3-E69D34DF589D}" dt="2026-10-14T13:04:21.657" v="498" actId="22"/>
          <ac:spMkLst>
            <pc:docMk/>
            <pc:sldMk cId="3969081874" sldId="328"/>
            <ac:spMk id="5" creationId="{5960F130-44B9-A29F-0090-3C7E5BA8BC25}"/>
          </ac:spMkLst>
        </pc:spChg>
        <pc:spChg chg="add">
          <ac:chgData name="GEORGIOS DIMITRAKOPOULOS" userId="0614bc40-ecc2-4674-8a86-e5df437c2e7b" providerId="ADAL" clId="{241D36BE-FE1E-4FC3-99E3-E69D34DF589D}" dt="2026-10-14T13:04:21.657" v="498" actId="22"/>
          <ac:spMkLst>
            <pc:docMk/>
            <pc:sldMk cId="3969081874" sldId="328"/>
            <ac:spMk id="7" creationId="{FA71113E-A064-C567-BA0D-CBB1BB9588CB}"/>
          </ac:spMkLst>
        </pc:spChg>
        <pc:spChg chg="add">
          <ac:chgData name="GEORGIOS DIMITRAKOPOULOS" userId="0614bc40-ecc2-4674-8a86-e5df437c2e7b" providerId="ADAL" clId="{241D36BE-FE1E-4FC3-99E3-E69D34DF589D}" dt="2026-10-14T13:04:21.657" v="498" actId="22"/>
          <ac:spMkLst>
            <pc:docMk/>
            <pc:sldMk cId="3969081874" sldId="328"/>
            <ac:spMk id="11" creationId="{06A27491-A195-BEAB-9995-B92926AF66F4}"/>
          </ac:spMkLst>
        </pc:spChg>
        <pc:spChg chg="add">
          <ac:chgData name="GEORGIOS DIMITRAKOPOULOS" userId="0614bc40-ecc2-4674-8a86-e5df437c2e7b" providerId="ADAL" clId="{241D36BE-FE1E-4FC3-99E3-E69D34DF589D}" dt="2026-10-14T13:04:21.657" v="498" actId="22"/>
          <ac:spMkLst>
            <pc:docMk/>
            <pc:sldMk cId="3969081874" sldId="328"/>
            <ac:spMk id="13" creationId="{9D0D3A20-1EDA-FC42-BD73-8A9B6DE4B79F}"/>
          </ac:spMkLst>
        </pc:spChg>
        <pc:spChg chg="add">
          <ac:chgData name="GEORGIOS DIMITRAKOPOULOS" userId="0614bc40-ecc2-4674-8a86-e5df437c2e7b" providerId="ADAL" clId="{241D36BE-FE1E-4FC3-99E3-E69D34DF589D}" dt="2026-10-14T13:04:21.657" v="498" actId="22"/>
          <ac:spMkLst>
            <pc:docMk/>
            <pc:sldMk cId="3969081874" sldId="328"/>
            <ac:spMk id="15" creationId="{EC416C75-7581-0C98-DDC7-9DC5E7F6D5F5}"/>
          </ac:spMkLst>
        </pc:spChg>
        <pc:spChg chg="add">
          <ac:chgData name="GEORGIOS DIMITRAKOPOULOS" userId="0614bc40-ecc2-4674-8a86-e5df437c2e7b" providerId="ADAL" clId="{241D36BE-FE1E-4FC3-99E3-E69D34DF589D}" dt="2026-10-14T13:04:21.657" v="498" actId="22"/>
          <ac:spMkLst>
            <pc:docMk/>
            <pc:sldMk cId="3969081874" sldId="328"/>
            <ac:spMk id="17" creationId="{9CDBACB3-6DC8-F7FC-CC3E-D2493748BB01}"/>
          </ac:spMkLst>
        </pc:spChg>
        <pc:spChg chg="add">
          <ac:chgData name="GEORGIOS DIMITRAKOPOULOS" userId="0614bc40-ecc2-4674-8a86-e5df437c2e7b" providerId="ADAL" clId="{241D36BE-FE1E-4FC3-99E3-E69D34DF589D}" dt="2026-10-14T13:04:21.657" v="498" actId="22"/>
          <ac:spMkLst>
            <pc:docMk/>
            <pc:sldMk cId="3969081874" sldId="328"/>
            <ac:spMk id="25" creationId="{3EECF527-2387-7CC8-9AF4-402B2C6FDABC}"/>
          </ac:spMkLst>
        </pc:spChg>
        <pc:spChg chg="add">
          <ac:chgData name="GEORGIOS DIMITRAKOPOULOS" userId="0614bc40-ecc2-4674-8a86-e5df437c2e7b" providerId="ADAL" clId="{241D36BE-FE1E-4FC3-99E3-E69D34DF589D}" dt="2026-10-14T13:04:21.657" v="498" actId="22"/>
          <ac:spMkLst>
            <pc:docMk/>
            <pc:sldMk cId="3969081874" sldId="328"/>
            <ac:spMk id="27" creationId="{12864C95-5590-E1E1-C2D0-5891224B9A14}"/>
          </ac:spMkLst>
        </pc:spChg>
        <pc:spChg chg="add">
          <ac:chgData name="GEORGIOS DIMITRAKOPOULOS" userId="0614bc40-ecc2-4674-8a86-e5df437c2e7b" providerId="ADAL" clId="{241D36BE-FE1E-4FC3-99E3-E69D34DF589D}" dt="2026-10-14T13:04:21.657" v="498" actId="22"/>
          <ac:spMkLst>
            <pc:docMk/>
            <pc:sldMk cId="3969081874" sldId="328"/>
            <ac:spMk id="29" creationId="{A2EB77DA-075B-FC35-73A0-CBB043B1E9EF}"/>
          </ac:spMkLst>
        </pc:spChg>
        <pc:spChg chg="add">
          <ac:chgData name="GEORGIOS DIMITRAKOPOULOS" userId="0614bc40-ecc2-4674-8a86-e5df437c2e7b" providerId="ADAL" clId="{241D36BE-FE1E-4FC3-99E3-E69D34DF589D}" dt="2026-10-14T13:04:21.657" v="498" actId="22"/>
          <ac:spMkLst>
            <pc:docMk/>
            <pc:sldMk cId="3969081874" sldId="328"/>
            <ac:spMk id="35" creationId="{0A91E48A-0C39-F94A-A54D-C7C8F1D09C95}"/>
          </ac:spMkLst>
        </pc:spChg>
      </pc:sldChg>
      <pc:sldChg chg="addSp delSp modSp new mod ord">
        <pc:chgData name="GEORGIOS DIMITRAKOPOULOS" userId="0614bc40-ecc2-4674-8a86-e5df437c2e7b" providerId="ADAL" clId="{241D36BE-FE1E-4FC3-99E3-E69D34DF589D}" dt="2026-10-14T14:40:33.835" v="1102"/>
        <pc:sldMkLst>
          <pc:docMk/>
          <pc:sldMk cId="756341010" sldId="329"/>
        </pc:sldMkLst>
        <pc:spChg chg="mod">
          <ac:chgData name="GEORGIOS DIMITRAKOPOULOS" userId="0614bc40-ecc2-4674-8a86-e5df437c2e7b" providerId="ADAL" clId="{241D36BE-FE1E-4FC3-99E3-E69D34DF589D}" dt="2026-10-14T14:40:33.835" v="1102"/>
          <ac:spMkLst>
            <pc:docMk/>
            <pc:sldMk cId="756341010" sldId="329"/>
            <ac:spMk id="2" creationId="{149DEA8B-97FE-FFC3-3704-A730574CB963}"/>
          </ac:spMkLst>
        </pc:spChg>
        <pc:spChg chg="add">
          <ac:chgData name="GEORGIOS DIMITRAKOPOULOS" userId="0614bc40-ecc2-4674-8a86-e5df437c2e7b" providerId="ADAL" clId="{241D36BE-FE1E-4FC3-99E3-E69D34DF589D}" dt="2026-10-14T13:05:08.406" v="516" actId="22"/>
          <ac:spMkLst>
            <pc:docMk/>
            <pc:sldMk cId="756341010" sldId="329"/>
            <ac:spMk id="5" creationId="{5DC41929-712C-D3E2-8450-202128C64B10}"/>
          </ac:spMkLst>
        </pc:spChg>
        <pc:spChg chg="add">
          <ac:chgData name="GEORGIOS DIMITRAKOPOULOS" userId="0614bc40-ecc2-4674-8a86-e5df437c2e7b" providerId="ADAL" clId="{241D36BE-FE1E-4FC3-99E3-E69D34DF589D}" dt="2026-10-14T13:05:08.406" v="516" actId="22"/>
          <ac:spMkLst>
            <pc:docMk/>
            <pc:sldMk cId="756341010" sldId="329"/>
            <ac:spMk id="9" creationId="{98BDBC3D-15C4-B9D7-0CE5-A1061F57AE1F}"/>
          </ac:spMkLst>
        </pc:spChg>
        <pc:spChg chg="add">
          <ac:chgData name="GEORGIOS DIMITRAKOPOULOS" userId="0614bc40-ecc2-4674-8a86-e5df437c2e7b" providerId="ADAL" clId="{241D36BE-FE1E-4FC3-99E3-E69D34DF589D}" dt="2026-10-14T13:05:08.406" v="516" actId="22"/>
          <ac:spMkLst>
            <pc:docMk/>
            <pc:sldMk cId="756341010" sldId="329"/>
            <ac:spMk id="13" creationId="{73EFE218-6928-193E-886A-A85474058353}"/>
          </ac:spMkLst>
        </pc:spChg>
        <pc:spChg chg="add">
          <ac:chgData name="GEORGIOS DIMITRAKOPOULOS" userId="0614bc40-ecc2-4674-8a86-e5df437c2e7b" providerId="ADAL" clId="{241D36BE-FE1E-4FC3-99E3-E69D34DF589D}" dt="2026-10-14T13:05:08.406" v="516" actId="22"/>
          <ac:spMkLst>
            <pc:docMk/>
            <pc:sldMk cId="756341010" sldId="329"/>
            <ac:spMk id="15" creationId="{3843B1BE-461F-4AE4-9EFB-0EF6750E8972}"/>
          </ac:spMkLst>
        </pc:spChg>
        <pc:spChg chg="add">
          <ac:chgData name="GEORGIOS DIMITRAKOPOULOS" userId="0614bc40-ecc2-4674-8a86-e5df437c2e7b" providerId="ADAL" clId="{241D36BE-FE1E-4FC3-99E3-E69D34DF589D}" dt="2026-10-14T13:05:08.406" v="516" actId="22"/>
          <ac:spMkLst>
            <pc:docMk/>
            <pc:sldMk cId="756341010" sldId="329"/>
            <ac:spMk id="23" creationId="{C614430A-432B-B9FB-13F9-E2C23A26FD3A}"/>
          </ac:spMkLst>
        </pc:spChg>
        <pc:spChg chg="add">
          <ac:chgData name="GEORGIOS DIMITRAKOPOULOS" userId="0614bc40-ecc2-4674-8a86-e5df437c2e7b" providerId="ADAL" clId="{241D36BE-FE1E-4FC3-99E3-E69D34DF589D}" dt="2026-10-14T13:05:08.406" v="516" actId="22"/>
          <ac:spMkLst>
            <pc:docMk/>
            <pc:sldMk cId="756341010" sldId="329"/>
            <ac:spMk id="27" creationId="{37185BEE-196C-A87C-0BAA-2878BE967A31}"/>
          </ac:spMkLst>
        </pc:spChg>
        <pc:spChg chg="add">
          <ac:chgData name="GEORGIOS DIMITRAKOPOULOS" userId="0614bc40-ecc2-4674-8a86-e5df437c2e7b" providerId="ADAL" clId="{241D36BE-FE1E-4FC3-99E3-E69D34DF589D}" dt="2026-10-14T13:05:08.406" v="516" actId="22"/>
          <ac:spMkLst>
            <pc:docMk/>
            <pc:sldMk cId="756341010" sldId="329"/>
            <ac:spMk id="35" creationId="{21D19929-E761-4631-1204-E38D4469D44F}"/>
          </ac:spMkLst>
        </pc:spChg>
        <pc:spChg chg="add">
          <ac:chgData name="GEORGIOS DIMITRAKOPOULOS" userId="0614bc40-ecc2-4674-8a86-e5df437c2e7b" providerId="ADAL" clId="{241D36BE-FE1E-4FC3-99E3-E69D34DF589D}" dt="2026-10-14T13:05:08.406" v="516" actId="22"/>
          <ac:spMkLst>
            <pc:docMk/>
            <pc:sldMk cId="756341010" sldId="329"/>
            <ac:spMk id="39" creationId="{493537ED-D6D2-0F94-1E8C-FBA4AEF187A1}"/>
          </ac:spMkLst>
        </pc:spChg>
        <pc:spChg chg="add">
          <ac:chgData name="GEORGIOS DIMITRAKOPOULOS" userId="0614bc40-ecc2-4674-8a86-e5df437c2e7b" providerId="ADAL" clId="{241D36BE-FE1E-4FC3-99E3-E69D34DF589D}" dt="2026-10-14T13:05:08.406" v="516" actId="22"/>
          <ac:spMkLst>
            <pc:docMk/>
            <pc:sldMk cId="756341010" sldId="329"/>
            <ac:spMk id="43" creationId="{4E94BBBA-F3E2-C2B5-CC58-1866B496F960}"/>
          </ac:spMkLst>
        </pc:spChg>
        <pc:spChg chg="add del">
          <ac:chgData name="GEORGIOS DIMITRAKOPOULOS" userId="0614bc40-ecc2-4674-8a86-e5df437c2e7b" providerId="ADAL" clId="{241D36BE-FE1E-4FC3-99E3-E69D34DF589D}" dt="2026-10-14T13:15:47.528" v="693" actId="478"/>
          <ac:spMkLst>
            <pc:docMk/>
            <pc:sldMk cId="756341010" sldId="329"/>
            <ac:spMk id="45" creationId="{D5B8684E-0F43-60CD-2C7C-D758B2A8659B}"/>
          </ac:spMkLst>
        </pc:spChg>
      </pc:sldChg>
      <pc:sldChg chg="addSp modSp new mod">
        <pc:chgData name="GEORGIOS DIMITRAKOPOULOS" userId="0614bc40-ecc2-4674-8a86-e5df437c2e7b" providerId="ADAL" clId="{241D36BE-FE1E-4FC3-99E3-E69D34DF589D}" dt="2026-10-14T13:05:23.646" v="518" actId="22"/>
        <pc:sldMkLst>
          <pc:docMk/>
          <pc:sldMk cId="3422975718" sldId="330"/>
        </pc:sldMkLst>
        <pc:spChg chg="mod">
          <ac:chgData name="GEORGIOS DIMITRAKOPOULOS" userId="0614bc40-ecc2-4674-8a86-e5df437c2e7b" providerId="ADAL" clId="{241D36BE-FE1E-4FC3-99E3-E69D34DF589D}" dt="2026-10-14T13:05:18.182" v="517"/>
          <ac:spMkLst>
            <pc:docMk/>
            <pc:sldMk cId="3422975718" sldId="330"/>
            <ac:spMk id="2" creationId="{4845C356-460A-E4CB-348A-725BD27DDDC9}"/>
          </ac:spMkLst>
        </pc:spChg>
        <pc:spChg chg="add">
          <ac:chgData name="GEORGIOS DIMITRAKOPOULOS" userId="0614bc40-ecc2-4674-8a86-e5df437c2e7b" providerId="ADAL" clId="{241D36BE-FE1E-4FC3-99E3-E69D34DF589D}" dt="2026-10-14T13:05:23.646" v="518" actId="22"/>
          <ac:spMkLst>
            <pc:docMk/>
            <pc:sldMk cId="3422975718" sldId="330"/>
            <ac:spMk id="5" creationId="{509042C0-15DB-4776-0FA2-9A465728A4BF}"/>
          </ac:spMkLst>
        </pc:spChg>
        <pc:spChg chg="add">
          <ac:chgData name="GEORGIOS DIMITRAKOPOULOS" userId="0614bc40-ecc2-4674-8a86-e5df437c2e7b" providerId="ADAL" clId="{241D36BE-FE1E-4FC3-99E3-E69D34DF589D}" dt="2026-10-14T13:05:23.646" v="518" actId="22"/>
          <ac:spMkLst>
            <pc:docMk/>
            <pc:sldMk cId="3422975718" sldId="330"/>
            <ac:spMk id="9" creationId="{7B073089-F7BC-30AB-0B74-940AB15B02B2}"/>
          </ac:spMkLst>
        </pc:spChg>
        <pc:spChg chg="add">
          <ac:chgData name="GEORGIOS DIMITRAKOPOULOS" userId="0614bc40-ecc2-4674-8a86-e5df437c2e7b" providerId="ADAL" clId="{241D36BE-FE1E-4FC3-99E3-E69D34DF589D}" dt="2026-10-14T13:05:23.646" v="518" actId="22"/>
          <ac:spMkLst>
            <pc:docMk/>
            <pc:sldMk cId="3422975718" sldId="330"/>
            <ac:spMk id="17" creationId="{55D1A3B4-1C75-CD74-9B19-5D9CCDBE3FC9}"/>
          </ac:spMkLst>
        </pc:spChg>
        <pc:spChg chg="add">
          <ac:chgData name="GEORGIOS DIMITRAKOPOULOS" userId="0614bc40-ecc2-4674-8a86-e5df437c2e7b" providerId="ADAL" clId="{241D36BE-FE1E-4FC3-99E3-E69D34DF589D}" dt="2026-10-14T13:05:23.646" v="518" actId="22"/>
          <ac:spMkLst>
            <pc:docMk/>
            <pc:sldMk cId="3422975718" sldId="330"/>
            <ac:spMk id="21" creationId="{46D4735B-F6AA-6C6E-E7A2-93B73A837AF4}"/>
          </ac:spMkLst>
        </pc:spChg>
        <pc:spChg chg="add">
          <ac:chgData name="GEORGIOS DIMITRAKOPOULOS" userId="0614bc40-ecc2-4674-8a86-e5df437c2e7b" providerId="ADAL" clId="{241D36BE-FE1E-4FC3-99E3-E69D34DF589D}" dt="2026-10-14T13:05:23.646" v="518" actId="22"/>
          <ac:spMkLst>
            <pc:docMk/>
            <pc:sldMk cId="3422975718" sldId="330"/>
            <ac:spMk id="23" creationId="{BE8B2DB3-EA74-E8E3-7033-02500B40A2F4}"/>
          </ac:spMkLst>
        </pc:spChg>
        <pc:spChg chg="add">
          <ac:chgData name="GEORGIOS DIMITRAKOPOULOS" userId="0614bc40-ecc2-4674-8a86-e5df437c2e7b" providerId="ADAL" clId="{241D36BE-FE1E-4FC3-99E3-E69D34DF589D}" dt="2026-10-14T13:05:23.646" v="518" actId="22"/>
          <ac:spMkLst>
            <pc:docMk/>
            <pc:sldMk cId="3422975718" sldId="330"/>
            <ac:spMk id="29" creationId="{E229EF99-134F-4ABD-F46B-078F623ED39D}"/>
          </ac:spMkLst>
        </pc:spChg>
        <pc:spChg chg="add">
          <ac:chgData name="GEORGIOS DIMITRAKOPOULOS" userId="0614bc40-ecc2-4674-8a86-e5df437c2e7b" providerId="ADAL" clId="{241D36BE-FE1E-4FC3-99E3-E69D34DF589D}" dt="2026-10-14T13:05:23.646" v="518" actId="22"/>
          <ac:spMkLst>
            <pc:docMk/>
            <pc:sldMk cId="3422975718" sldId="330"/>
            <ac:spMk id="31" creationId="{241E0D64-9FF1-5F41-3F39-79358ADA6290}"/>
          </ac:spMkLst>
        </pc:spChg>
        <pc:spChg chg="add">
          <ac:chgData name="GEORGIOS DIMITRAKOPOULOS" userId="0614bc40-ecc2-4674-8a86-e5df437c2e7b" providerId="ADAL" clId="{241D36BE-FE1E-4FC3-99E3-E69D34DF589D}" dt="2026-10-14T13:05:23.646" v="518" actId="22"/>
          <ac:spMkLst>
            <pc:docMk/>
            <pc:sldMk cId="3422975718" sldId="330"/>
            <ac:spMk id="33" creationId="{7BFCF32C-6FDB-A38B-BCB4-A75288387400}"/>
          </ac:spMkLst>
        </pc:spChg>
        <pc:spChg chg="add">
          <ac:chgData name="GEORGIOS DIMITRAKOPOULOS" userId="0614bc40-ecc2-4674-8a86-e5df437c2e7b" providerId="ADAL" clId="{241D36BE-FE1E-4FC3-99E3-E69D34DF589D}" dt="2026-10-14T13:05:23.646" v="518" actId="22"/>
          <ac:spMkLst>
            <pc:docMk/>
            <pc:sldMk cId="3422975718" sldId="330"/>
            <ac:spMk id="37" creationId="{86724EB5-DF0F-E88C-4B4A-1F355B6F2EF7}"/>
          </ac:spMkLst>
        </pc:spChg>
        <pc:spChg chg="add">
          <ac:chgData name="GEORGIOS DIMITRAKOPOULOS" userId="0614bc40-ecc2-4674-8a86-e5df437c2e7b" providerId="ADAL" clId="{241D36BE-FE1E-4FC3-99E3-E69D34DF589D}" dt="2026-10-14T13:05:23.646" v="518" actId="22"/>
          <ac:spMkLst>
            <pc:docMk/>
            <pc:sldMk cId="3422975718" sldId="330"/>
            <ac:spMk id="43" creationId="{6A8DCA40-D10C-C930-8E51-6BF425FB19D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3169965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3128325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Στυλ κειμένου υποδείγματος</a:t>
            </a:r>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268861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5" name="Date Placeholder 4"/>
          <p:cNvSpPr>
            <a:spLocks noGrp="1"/>
          </p:cNvSpPr>
          <p:nvPr>
            <p:ph type="dt" sz="half" idx="10"/>
          </p:nvPr>
        </p:nvSpPr>
        <p:spPr/>
        <p:txBody>
          <a:bodyPr/>
          <a:lstStyle/>
          <a:p>
            <a:fld id="{0DE1330A-304C-4618-A11C-09690B483DED}"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1987919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Στυλ κειμένου υποδείγματος</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Στυλ κειμένου υποδείγματος</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7" name="Date Placeholder 6"/>
          <p:cNvSpPr>
            <a:spLocks noGrp="1"/>
          </p:cNvSpPr>
          <p:nvPr>
            <p:ph type="dt" sz="half" idx="10"/>
          </p:nvPr>
        </p:nvSpPr>
        <p:spPr/>
        <p:txBody>
          <a:bodyPr/>
          <a:lstStyle/>
          <a:p>
            <a:fld id="{0DE1330A-304C-4618-A11C-09690B483DED}"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2112522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Κάντε κλικ για να επεξεργαστείτε τον τίτλο υποδείγματος</a:t>
            </a:r>
            <a:endParaRPr lang="en-US" dirty="0"/>
          </a:p>
        </p:txBody>
      </p:sp>
      <p:sp>
        <p:nvSpPr>
          <p:cNvPr id="3" name="Date Placeholder 2"/>
          <p:cNvSpPr>
            <a:spLocks noGrp="1"/>
          </p:cNvSpPr>
          <p:nvPr>
            <p:ph type="dt" sz="half" idx="10"/>
          </p:nvPr>
        </p:nvSpPr>
        <p:spPr/>
        <p:txBody>
          <a:bodyPr/>
          <a:lstStyle/>
          <a:p>
            <a:fld id="{0DE1330A-304C-4618-A11C-09690B483DED}"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3280924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E1330A-304C-4618-A11C-09690B483DED}"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2400703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Στυλ κειμένου υποδείγματος</a:t>
            </a:r>
          </a:p>
        </p:txBody>
      </p:sp>
      <p:sp>
        <p:nvSpPr>
          <p:cNvPr id="5" name="Date Placeholder 4"/>
          <p:cNvSpPr>
            <a:spLocks noGrp="1"/>
          </p:cNvSpPr>
          <p:nvPr>
            <p:ph type="dt" sz="half" idx="10"/>
          </p:nvPr>
        </p:nvSpPr>
        <p:spPr/>
        <p:txBody>
          <a:bodyPr/>
          <a:lstStyle/>
          <a:p>
            <a:fld id="{0DE1330A-304C-4618-A11C-09690B483DED}"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1659146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Στυλ κειμένου υποδείγματος</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48F7FC-E082-4404-8788-8D60C3A44BE4}" type="slidenum">
              <a:rPr lang="en-US" smtClean="0"/>
              <a:t>‹#›</a:t>
            </a:fld>
            <a:endParaRPr lang="en-US"/>
          </a:p>
        </p:txBody>
      </p:sp>
      <p:sp>
        <p:nvSpPr>
          <p:cNvPr id="5" name="Date Placeholder 4"/>
          <p:cNvSpPr>
            <a:spLocks noGrp="1"/>
          </p:cNvSpPr>
          <p:nvPr>
            <p:ph type="dt" sz="half" idx="10"/>
          </p:nvPr>
        </p:nvSpPr>
        <p:spPr/>
        <p:txBody>
          <a:bodyPr/>
          <a:lstStyle/>
          <a:p>
            <a:fld id="{0DE1330A-304C-4618-A11C-09690B483DED}" type="datetimeFigureOut">
              <a:rPr lang="en-US" smtClean="0"/>
              <a:t>10/14/2026</a:t>
            </a:fld>
            <a:endParaRPr lang="en-US"/>
          </a:p>
        </p:txBody>
      </p:sp>
    </p:spTree>
    <p:extLst>
      <p:ext uri="{BB962C8B-B14F-4D97-AF65-F5344CB8AC3E}">
        <p14:creationId xmlns:p14="http://schemas.microsoft.com/office/powerpoint/2010/main" val="294388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Τίτλος και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Στυλ κειμένου υποδείγματος</a:t>
            </a:r>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524408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Εισαγωγικά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Κάντε κλικ για να επεξεργαστείτε τον τίτλο υποδείγματος</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Στυλ κειμένου υποδείγματος</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Στυλ κειμένου υποδείγματος</a:t>
            </a:r>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84887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Κάρτα ονόματος">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Στυλ κειμένου υποδείγματος</a:t>
            </a:r>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177188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Κάρτα ονόματος με φράση">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Κάντε κλικ για να επεξεργαστείτε τον τίτλο υποδείγματος</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Στυλ κειμένου υποδείγματος</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Στυλ κειμένου υποδείγματος</a:t>
            </a:r>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21863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ή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Κάντε κλικ για να επεξεργαστείτε τον τίτλο υποδείγματος</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Στυλ κειμένου υποδείγματος</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Στυλ κειμένου υποδείγματος</a:t>
            </a:r>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927855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4032178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4" name="Date Placeholder 3"/>
          <p:cNvSpPr>
            <a:spLocks noGrp="1"/>
          </p:cNvSpPr>
          <p:nvPr>
            <p:ph type="dt" sz="half" idx="10"/>
          </p:nvPr>
        </p:nvSpPr>
        <p:spPr/>
        <p:txBody>
          <a:bodyPr/>
          <a:lstStyle/>
          <a:p>
            <a:fld id="{0DE1330A-304C-4618-A11C-09690B483DED}"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48F7FC-E082-4404-8788-8D60C3A44BE4}" type="slidenum">
              <a:rPr lang="en-US" smtClean="0"/>
              <a:t>‹#›</a:t>
            </a:fld>
            <a:endParaRPr lang="en-US"/>
          </a:p>
        </p:txBody>
      </p:sp>
    </p:spTree>
    <p:extLst>
      <p:ext uri="{BB962C8B-B14F-4D97-AF65-F5344CB8AC3E}">
        <p14:creationId xmlns:p14="http://schemas.microsoft.com/office/powerpoint/2010/main" val="2164574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Στυλ κειμένου υποδείγματος</a:t>
            </a:r>
          </a:p>
          <a:p>
            <a:pPr lvl="1"/>
            <a:r>
              <a:rPr lang="en-US"/>
              <a:t>Δεύτερο επίπεδο</a:t>
            </a:r>
          </a:p>
          <a:p>
            <a:pPr lvl="2"/>
            <a:r>
              <a:rPr lang="en-US"/>
              <a:t>Τρίτο επίπεδο</a:t>
            </a:r>
          </a:p>
          <a:p>
            <a:pPr lvl="3"/>
            <a:r>
              <a:rPr lang="en-US"/>
              <a:t>Τέταρτο επίπεδο</a:t>
            </a:r>
          </a:p>
          <a:p>
            <a:pPr lvl="4"/>
            <a:r>
              <a:rPr lang="en-US"/>
              <a:t>Πέμπτο επίπεδο</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DE1330A-304C-4618-A11C-09690B483DED}" type="datetimeFigureOut">
              <a:rPr lang="en-US" smtClean="0"/>
              <a:t>10/14/2026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448F7FC-E082-4404-8788-8D60C3A44BE4}" type="slidenum">
              <a:rPr lang="en-US" smtClean="0"/>
              <a:t>‹#›</a:t>
            </a:fld>
            <a:endParaRPr lang="en-US"/>
          </a:p>
        </p:txBody>
      </p:sp>
    </p:spTree>
    <p:extLst>
      <p:ext uri="{BB962C8B-B14F-4D97-AF65-F5344CB8AC3E}">
        <p14:creationId xmlns:p14="http://schemas.microsoft.com/office/powerpoint/2010/main" val="251483435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F8B3DC7-5972-EB64-D918-A241D31AE689}"/>
              </a:ext>
            </a:extLst>
          </p:cNvPr>
          <p:cNvSpPr>
            <a:spLocks noGrp="1"/>
          </p:cNvSpPr>
          <p:nvPr>
            <p:ph type="ctrTitle"/>
          </p:nvPr>
        </p:nvSpPr>
        <p:spPr/>
        <p:txBody>
          <a:bodyPr/>
          <a:lstStyle/>
          <a:p>
            <a:r>
              <a:rPr lang="en-US" dirty="0"/>
              <a:t>SOFTWARE ENGINEERING</a:t>
            </a:r>
          </a:p>
        </p:txBody>
      </p:sp>
      <p:sp>
        <p:nvSpPr>
          <p:cNvPr id="3" name="Υπότιτλος 2">
            <a:extLst>
              <a:ext uri="{FF2B5EF4-FFF2-40B4-BE49-F238E27FC236}">
                <a16:creationId xmlns:a16="http://schemas.microsoft.com/office/drawing/2014/main" id="{8822F8AD-6921-965F-B46B-AD27A7D07D37}"/>
              </a:ext>
            </a:extLst>
          </p:cNvPr>
          <p:cNvSpPr>
            <a:spLocks noGrp="1"/>
          </p:cNvSpPr>
          <p:nvPr>
            <p:ph type="subTitle" idx="1"/>
          </p:nvPr>
        </p:nvSpPr>
        <p:spPr>
          <a:xfrm>
            <a:off x="1507067" y="4050833"/>
            <a:ext cx="7766936" cy="1717669"/>
          </a:xfrm>
        </p:spPr>
        <p:txBody>
          <a:bodyPr>
            <a:normAutofit fontScale="77500" lnSpcReduction="20000"/>
          </a:bodyPr>
          <a:lstStyle/>
          <a:p>
            <a:endParaRPr lang="en-US" dirty="0"/>
          </a:p>
          <a:p>
            <a:r>
              <a:rPr lang="en-US" sz="2500" dirty="0"/>
              <a:t>INTRODUCTION</a:t>
            </a:r>
          </a:p>
          <a:p>
            <a:endParaRPr lang="en-US" sz="2500" dirty="0"/>
          </a:p>
          <a:p>
            <a:r>
              <a:rPr lang="en-US" sz="2500" dirty="0"/>
              <a:t>GEORGIOS DIMITRAKOPOULOS</a:t>
            </a:r>
          </a:p>
          <a:p>
            <a:r>
              <a:rPr lang="en-US" sz="2500" dirty="0"/>
              <a:t>dimitrakopoulos@ionio.gr</a:t>
            </a:r>
            <a:endParaRPr lang="en-US" dirty="0"/>
          </a:p>
        </p:txBody>
      </p:sp>
    </p:spTree>
    <p:extLst>
      <p:ext uri="{BB962C8B-B14F-4D97-AF65-F5344CB8AC3E}">
        <p14:creationId xmlns:p14="http://schemas.microsoft.com/office/powerpoint/2010/main" val="2088882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368EFFE-9C3C-4509-AE1F-EA1759A54C73}"/>
              </a:ext>
            </a:extLst>
          </p:cNvPr>
          <p:cNvSpPr>
            <a:spLocks noGrp="1"/>
          </p:cNvSpPr>
          <p:nvPr>
            <p:ph type="title"/>
          </p:nvPr>
        </p:nvSpPr>
        <p:spPr/>
        <p:txBody>
          <a:bodyPr/>
          <a:lstStyle/>
          <a:p>
            <a:r>
              <a:rPr lang="en-US" dirty="0"/>
              <a:t>Teaching</a:t>
            </a:r>
          </a:p>
        </p:txBody>
      </p:sp>
      <p:sp>
        <p:nvSpPr>
          <p:cNvPr id="3" name="Θέση περιεχομένου 2">
            <a:extLst>
              <a:ext uri="{FF2B5EF4-FFF2-40B4-BE49-F238E27FC236}">
                <a16:creationId xmlns:a16="http://schemas.microsoft.com/office/drawing/2014/main" id="{1CFD305C-C553-CED3-AD75-CE14C379C3BD}"/>
              </a:ext>
            </a:extLst>
          </p:cNvPr>
          <p:cNvSpPr>
            <a:spLocks noGrp="1"/>
          </p:cNvSpPr>
          <p:nvPr>
            <p:ph idx="1"/>
          </p:nvPr>
        </p:nvSpPr>
        <p:spPr/>
        <p:txBody>
          <a:bodyPr/>
          <a:lstStyle/>
          <a:p>
            <a:r>
              <a:rPr lang="en-US" dirty="0"/>
              <a:t>MONDAY 19-21.00 TABM 2.45</a:t>
            </a:r>
          </a:p>
          <a:p>
            <a:r>
              <a:rPr lang="en-US" dirty="0"/>
              <a:t>THURSDAY 17-19.00 AIT 3</a:t>
            </a:r>
          </a:p>
          <a:p>
            <a:endParaRPr lang="en-US" dirty="0"/>
          </a:p>
        </p:txBody>
      </p:sp>
    </p:spTree>
    <p:extLst>
      <p:ext uri="{BB962C8B-B14F-4D97-AF65-F5344CB8AC3E}">
        <p14:creationId xmlns:p14="http://schemas.microsoft.com/office/powerpoint/2010/main" val="1470176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D47F655-96B9-EDD0-EA70-83E41BE20489}"/>
              </a:ext>
            </a:extLst>
          </p:cNvPr>
          <p:cNvSpPr>
            <a:spLocks noGrp="1"/>
          </p:cNvSpPr>
          <p:nvPr>
            <p:ph type="title"/>
          </p:nvPr>
        </p:nvSpPr>
        <p:spPr/>
        <p:txBody>
          <a:bodyPr/>
          <a:lstStyle/>
          <a:p>
            <a:r>
              <a:rPr lang="en-US" dirty="0"/>
              <a:t>Evaluation</a:t>
            </a:r>
          </a:p>
        </p:txBody>
      </p:sp>
      <p:sp>
        <p:nvSpPr>
          <p:cNvPr id="3" name="Θέση περιεχομένου 2">
            <a:extLst>
              <a:ext uri="{FF2B5EF4-FFF2-40B4-BE49-F238E27FC236}">
                <a16:creationId xmlns:a16="http://schemas.microsoft.com/office/drawing/2014/main" id="{E6970D73-E6E4-1EDC-8710-99274B2520FE}"/>
              </a:ext>
            </a:extLst>
          </p:cNvPr>
          <p:cNvSpPr>
            <a:spLocks noGrp="1"/>
          </p:cNvSpPr>
          <p:nvPr>
            <p:ph idx="1"/>
          </p:nvPr>
        </p:nvSpPr>
        <p:spPr/>
        <p:txBody>
          <a:bodyPr/>
          <a:lstStyle/>
          <a:p>
            <a:r>
              <a:rPr lang="en-US" dirty="0"/>
              <a:t>Teamwork 40%</a:t>
            </a:r>
          </a:p>
          <a:p>
            <a:r>
              <a:rPr lang="en-US"/>
              <a:t>Written exams 60%</a:t>
            </a:r>
          </a:p>
        </p:txBody>
      </p:sp>
    </p:spTree>
    <p:extLst>
      <p:ext uri="{BB962C8B-B14F-4D97-AF65-F5344CB8AC3E}">
        <p14:creationId xmlns:p14="http://schemas.microsoft.com/office/powerpoint/2010/main" val="366451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7AAA362-5813-40D0-2317-6A849B8B8816}"/>
              </a:ext>
            </a:extLst>
          </p:cNvPr>
          <p:cNvSpPr>
            <a:spLocks noGrp="1"/>
          </p:cNvSpPr>
          <p:nvPr>
            <p:ph type="title"/>
          </p:nvPr>
        </p:nvSpPr>
        <p:spPr/>
        <p:txBody>
          <a:bodyPr/>
          <a:lstStyle/>
          <a:p>
            <a:r>
              <a:rPr lang="en-US" dirty="0"/>
              <a:t>Books</a:t>
            </a:r>
          </a:p>
        </p:txBody>
      </p:sp>
      <p:graphicFrame>
        <p:nvGraphicFramePr>
          <p:cNvPr id="4" name="Θέση περιεχομένου 3">
            <a:extLst>
              <a:ext uri="{FF2B5EF4-FFF2-40B4-BE49-F238E27FC236}">
                <a16:creationId xmlns:a16="http://schemas.microsoft.com/office/drawing/2014/main" id="{0C92E547-DAE5-739B-1090-9FA9B565F4CB}"/>
              </a:ext>
            </a:extLst>
          </p:cNvPr>
          <p:cNvGraphicFramePr>
            <a:graphicFrameLocks noGrp="1"/>
          </p:cNvGraphicFramePr>
          <p:nvPr>
            <p:ph idx="1"/>
          </p:nvPr>
        </p:nvGraphicFramePr>
        <p:xfrm>
          <a:off x="1115219" y="3244056"/>
          <a:ext cx="7721599" cy="1714500"/>
        </p:xfrm>
        <a:graphic>
          <a:graphicData uri="http://schemas.openxmlformats.org/drawingml/2006/table">
            <a:tbl>
              <a:tblPr>
                <a:tableStyleId>{5C22544A-7EE6-4342-B048-85BDC9FD1C3A}</a:tableStyleId>
              </a:tblPr>
              <a:tblGrid>
                <a:gridCol w="367695">
                  <a:extLst>
                    <a:ext uri="{9D8B030D-6E8A-4147-A177-3AD203B41FA5}">
                      <a16:colId xmlns:a16="http://schemas.microsoft.com/office/drawing/2014/main" val="550665320"/>
                    </a:ext>
                  </a:extLst>
                </a:gridCol>
                <a:gridCol w="3131749">
                  <a:extLst>
                    <a:ext uri="{9D8B030D-6E8A-4147-A177-3AD203B41FA5}">
                      <a16:colId xmlns:a16="http://schemas.microsoft.com/office/drawing/2014/main" val="3410747763"/>
                    </a:ext>
                  </a:extLst>
                </a:gridCol>
                <a:gridCol w="1724364">
                  <a:extLst>
                    <a:ext uri="{9D8B030D-6E8A-4147-A177-3AD203B41FA5}">
                      <a16:colId xmlns:a16="http://schemas.microsoft.com/office/drawing/2014/main" val="733060723"/>
                    </a:ext>
                  </a:extLst>
                </a:gridCol>
                <a:gridCol w="1775080">
                  <a:extLst>
                    <a:ext uri="{9D8B030D-6E8A-4147-A177-3AD203B41FA5}">
                      <a16:colId xmlns:a16="http://schemas.microsoft.com/office/drawing/2014/main" val="3123523443"/>
                    </a:ext>
                  </a:extLst>
                </a:gridCol>
                <a:gridCol w="722711">
                  <a:extLst>
                    <a:ext uri="{9D8B030D-6E8A-4147-A177-3AD203B41FA5}">
                      <a16:colId xmlns:a16="http://schemas.microsoft.com/office/drawing/2014/main" val="2703265935"/>
                    </a:ext>
                  </a:extLst>
                </a:gridCol>
              </a:tblGrid>
              <a:tr h="571500">
                <a:tc>
                  <a:txBody>
                    <a:bodyPr/>
                    <a:lstStyle/>
                    <a:p>
                      <a:pPr algn="ctr" fontAlgn="ctr">
                        <a:buNone/>
                      </a:pPr>
                      <a:r>
                        <a:rPr lang="en-US" sz="1000" u="none" strike="noStrike">
                          <a:effectLst/>
                        </a:rPr>
                        <a:t>1</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BASIC PRINCIPLES OF SOFTWARE TECHNOLOGY</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IAN SOMMERVILLE</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Kleidaritmos Publications</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2009</a:t>
                      </a:r>
                      <a:endParaRPr lang="en-US" sz="1000" b="0" i="0" u="none" strike="noStrike">
                        <a:effectLst/>
                        <a:latin typeface="Arial" panose="020B0604020202020204" pitchFamily="34" charset="0"/>
                      </a:endParaRPr>
                    </a:p>
                  </a:txBody>
                  <a:tcPr marL="7620" marR="7620" marT="7620" anchor="ctr"/>
                </a:tc>
                <a:extLst>
                  <a:ext uri="{0D108BD9-81ED-4DB2-BD59-A6C34878D82A}">
                    <a16:rowId xmlns:a16="http://schemas.microsoft.com/office/drawing/2014/main" val="1758318079"/>
                  </a:ext>
                </a:extLst>
              </a:tr>
              <a:tr h="571500">
                <a:tc>
                  <a:txBody>
                    <a:bodyPr/>
                    <a:lstStyle/>
                    <a:p>
                      <a:pPr algn="ctr" fontAlgn="ctr">
                        <a:buNone/>
                      </a:pPr>
                      <a:r>
                        <a:rPr lang="en-US" sz="1000" u="none" strike="noStrike">
                          <a:effectLst/>
                        </a:rPr>
                        <a:t>2</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THE PRACTICAL PROGRAMMER</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ANDREW HUNT, DAVID THOMAS</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Kleidaritmos Publications</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2008</a:t>
                      </a:r>
                      <a:endParaRPr lang="en-US" sz="1000" b="0" i="0" u="none" strike="noStrike">
                        <a:effectLst/>
                        <a:latin typeface="Arial" panose="020B0604020202020204" pitchFamily="34" charset="0"/>
                      </a:endParaRPr>
                    </a:p>
                  </a:txBody>
                  <a:tcPr marL="7620" marR="7620" marT="7620" anchor="ctr"/>
                </a:tc>
                <a:extLst>
                  <a:ext uri="{0D108BD9-81ED-4DB2-BD59-A6C34878D82A}">
                    <a16:rowId xmlns:a16="http://schemas.microsoft.com/office/drawing/2014/main" val="3179924538"/>
                  </a:ext>
                </a:extLst>
              </a:tr>
              <a:tr h="571500">
                <a:tc>
                  <a:txBody>
                    <a:bodyPr/>
                    <a:lstStyle/>
                    <a:p>
                      <a:pPr algn="ctr" fontAlgn="ctr">
                        <a:buNone/>
                      </a:pPr>
                      <a:r>
                        <a:rPr lang="en-US" sz="1000" u="none" strike="noStrike">
                          <a:effectLst/>
                        </a:rPr>
                        <a:t>3</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READING CODE</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DIOMIDES SPINELLIS</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a:effectLst/>
                        </a:rPr>
                        <a:t>Kleidaritmos Publications</a:t>
                      </a:r>
                      <a:endParaRPr lang="en-US" sz="1000" b="0" i="0" u="none" strike="noStrike">
                        <a:effectLst/>
                        <a:latin typeface="Arial" panose="020B0604020202020204" pitchFamily="34" charset="0"/>
                      </a:endParaRPr>
                    </a:p>
                  </a:txBody>
                  <a:tcPr marL="7620" marR="7620" marT="7620" anchor="ctr"/>
                </a:tc>
                <a:tc>
                  <a:txBody>
                    <a:bodyPr/>
                    <a:lstStyle/>
                    <a:p>
                      <a:pPr algn="ctr" fontAlgn="ctr">
                        <a:buNone/>
                      </a:pPr>
                      <a:r>
                        <a:rPr lang="en-US" sz="1000" u="none" strike="noStrike" dirty="0">
                          <a:effectLst/>
                        </a:rPr>
                        <a:t>2005</a:t>
                      </a:r>
                      <a:endParaRPr lang="en-US" sz="1000" b="0" i="0" u="none" strike="noStrike" dirty="0">
                        <a:effectLst/>
                        <a:latin typeface="Arial" panose="020B0604020202020204" pitchFamily="34" charset="0"/>
                      </a:endParaRPr>
                    </a:p>
                  </a:txBody>
                  <a:tcPr marL="7620" marR="7620" marT="7620" anchor="ctr"/>
                </a:tc>
                <a:extLst>
                  <a:ext uri="{0D108BD9-81ED-4DB2-BD59-A6C34878D82A}">
                    <a16:rowId xmlns:a16="http://schemas.microsoft.com/office/drawing/2014/main" val="2203435924"/>
                  </a:ext>
                </a:extLst>
              </a:tr>
            </a:tbl>
          </a:graphicData>
        </a:graphic>
      </p:graphicFrame>
    </p:spTree>
    <p:extLst>
      <p:ext uri="{BB962C8B-B14F-4D97-AF65-F5344CB8AC3E}">
        <p14:creationId xmlns:p14="http://schemas.microsoft.com/office/powerpoint/2010/main" val="2276906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1ABD612-0351-739C-0AC0-C9709ED8CCFC}"/>
              </a:ext>
            </a:extLst>
          </p:cNvPr>
          <p:cNvSpPr>
            <a:spLocks noGrp="1"/>
          </p:cNvSpPr>
          <p:nvPr>
            <p:ph type="title"/>
          </p:nvPr>
        </p:nvSpPr>
        <p:spPr/>
        <p:txBody>
          <a:bodyPr/>
          <a:lstStyle/>
          <a:p>
            <a:r>
              <a:rPr lang="en-US" dirty="0"/>
              <a:t>What is Software Engineering?</a:t>
            </a:r>
          </a:p>
        </p:txBody>
      </p:sp>
      <p:sp>
        <p:nvSpPr>
          <p:cNvPr id="5" name="Box 20">
            <a:extLst>
              <a:ext uri="{FF2B5EF4-FFF2-40B4-BE49-F238E27FC236}">
                <a16:creationId xmlns:a16="http://schemas.microsoft.com/office/drawing/2014/main" id="{43AE0503-24E8-8BCF-8E74-540408FEEEAE}"/>
              </a:ext>
            </a:extLst>
          </p:cNvPr>
          <p:cNvSpPr/>
          <p:nvPr/>
        </p:nvSpPr>
        <p:spPr>
          <a:xfrm>
            <a:off x="731520" y="1572768"/>
            <a:ext cx="10698480" cy="1143000"/>
          </a:xfrm>
          <a:prstGeom prst="roundRect">
            <a:avLst/>
          </a:prstGeom>
          <a:solidFill>
            <a:srgbClr val="172033"/>
          </a:solidFill>
          <a:ln w="12700">
            <a:solidFill>
              <a:srgbClr val="172033"/>
            </a:solidFill>
          </a:ln>
        </p:spPr>
      </p:sp>
      <p:sp>
        <p:nvSpPr>
          <p:cNvPr id="7" name="Text 21">
            <a:extLst>
              <a:ext uri="{FF2B5EF4-FFF2-40B4-BE49-F238E27FC236}">
                <a16:creationId xmlns:a16="http://schemas.microsoft.com/office/drawing/2014/main" id="{AEC9A134-C2F6-2614-DEE6-6E28D0EDCA11}"/>
              </a:ext>
            </a:extLst>
          </p:cNvPr>
          <p:cNvSpPr/>
          <p:nvPr/>
        </p:nvSpPr>
        <p:spPr>
          <a:xfrm>
            <a:off x="1051560" y="1847088"/>
            <a:ext cx="10058400" cy="566928"/>
          </a:xfrm>
          <a:prstGeom prst="rect">
            <a:avLst/>
          </a:prstGeom>
          <a:noFill/>
          <a:ln>
            <a:noFill/>
          </a:ln>
        </p:spPr>
        <p:txBody>
          <a:bodyPr wrap="square" lIns="0" tIns="0" rIns="0" bIns="0" anchor="ctr"/>
          <a:lstStyle/>
          <a:p>
            <a:pPr algn="l"/>
            <a:r>
              <a:rPr lang="en-US" sz="1900" b="1">
                <a:solidFill>
                  <a:srgbClr val="FFFFFF"/>
                </a:solidFill>
                <a:latin typeface="Aptos"/>
              </a:rPr>
              <a:t>Systematic, disciplined and measurable approach to software development, operation and evolution.</a:t>
            </a:r>
            <a:endParaRPr lang="en-US" sz="1900"/>
          </a:p>
        </p:txBody>
      </p:sp>
      <p:sp>
        <p:nvSpPr>
          <p:cNvPr id="9" name="Box 30">
            <a:extLst>
              <a:ext uri="{FF2B5EF4-FFF2-40B4-BE49-F238E27FC236}">
                <a16:creationId xmlns:a16="http://schemas.microsoft.com/office/drawing/2014/main" id="{C5FA168A-F93D-F756-EA93-106417FD6968}"/>
              </a:ext>
            </a:extLst>
          </p:cNvPr>
          <p:cNvSpPr/>
          <p:nvPr/>
        </p:nvSpPr>
        <p:spPr>
          <a:xfrm>
            <a:off x="731520" y="3063240"/>
            <a:ext cx="3383280" cy="2103120"/>
          </a:xfrm>
          <a:prstGeom prst="roundRect">
            <a:avLst/>
          </a:prstGeom>
          <a:solidFill>
            <a:srgbClr val="FFFFFF"/>
          </a:solidFill>
          <a:ln w="12700">
            <a:solidFill>
              <a:srgbClr val="E2E7EE"/>
            </a:solidFill>
          </a:ln>
        </p:spPr>
      </p:sp>
      <p:sp>
        <p:nvSpPr>
          <p:cNvPr id="11" name="Text 33">
            <a:extLst>
              <a:ext uri="{FF2B5EF4-FFF2-40B4-BE49-F238E27FC236}">
                <a16:creationId xmlns:a16="http://schemas.microsoft.com/office/drawing/2014/main" id="{E7CC63D2-FA9A-1F31-B534-123310005566}"/>
              </a:ext>
            </a:extLst>
          </p:cNvPr>
          <p:cNvSpPr/>
          <p:nvPr/>
        </p:nvSpPr>
        <p:spPr>
          <a:xfrm>
            <a:off x="950976" y="3520440"/>
            <a:ext cx="2980944" cy="384048"/>
          </a:xfrm>
          <a:prstGeom prst="rect">
            <a:avLst/>
          </a:prstGeom>
          <a:noFill/>
          <a:ln>
            <a:noFill/>
          </a:ln>
        </p:spPr>
        <p:txBody>
          <a:bodyPr wrap="square" lIns="0" tIns="0" rIns="0" bIns="0" anchor="ctr"/>
          <a:lstStyle/>
          <a:p>
            <a:pPr algn="l"/>
            <a:r>
              <a:rPr lang="en-US" sz="1700" b="1">
                <a:solidFill>
                  <a:srgbClr val="172033"/>
                </a:solidFill>
                <a:latin typeface="Aptos"/>
              </a:rPr>
              <a:t>People</a:t>
            </a:r>
            <a:endParaRPr lang="en-US" sz="1700"/>
          </a:p>
        </p:txBody>
      </p:sp>
      <p:sp>
        <p:nvSpPr>
          <p:cNvPr id="13" name="Text 34">
            <a:extLst>
              <a:ext uri="{FF2B5EF4-FFF2-40B4-BE49-F238E27FC236}">
                <a16:creationId xmlns:a16="http://schemas.microsoft.com/office/drawing/2014/main" id="{03F18239-55EA-C84B-249D-B071FC0C80D9}"/>
              </a:ext>
            </a:extLst>
          </p:cNvPr>
          <p:cNvSpPr/>
          <p:nvPr/>
        </p:nvSpPr>
        <p:spPr>
          <a:xfrm>
            <a:off x="950976" y="3959352"/>
            <a:ext cx="2980944" cy="1078992"/>
          </a:xfrm>
          <a:prstGeom prst="rect">
            <a:avLst/>
          </a:prstGeom>
          <a:noFill/>
          <a:ln>
            <a:noFill/>
          </a:ln>
        </p:spPr>
        <p:txBody>
          <a:bodyPr wrap="square" lIns="0" tIns="0" rIns="0" bIns="0" anchor="ctr"/>
          <a:lstStyle/>
          <a:p>
            <a:pPr algn="l"/>
            <a:r>
              <a:rPr lang="en-US" sz="1400">
                <a:solidFill>
                  <a:srgbClr val="536174"/>
                </a:solidFill>
                <a:latin typeface="Aptos"/>
              </a:rPr>
              <a:t>Users, customers, developers, testers, operations and management.</a:t>
            </a:r>
            <a:endParaRPr lang="en-US" sz="1400"/>
          </a:p>
        </p:txBody>
      </p:sp>
      <p:sp>
        <p:nvSpPr>
          <p:cNvPr id="15" name="Box 40">
            <a:extLst>
              <a:ext uri="{FF2B5EF4-FFF2-40B4-BE49-F238E27FC236}">
                <a16:creationId xmlns:a16="http://schemas.microsoft.com/office/drawing/2014/main" id="{74043DE6-0324-5921-5FC9-3DC5D293A223}"/>
              </a:ext>
            </a:extLst>
          </p:cNvPr>
          <p:cNvSpPr/>
          <p:nvPr/>
        </p:nvSpPr>
        <p:spPr>
          <a:xfrm>
            <a:off x="4407408" y="3063240"/>
            <a:ext cx="3383280" cy="2103120"/>
          </a:xfrm>
          <a:prstGeom prst="roundRect">
            <a:avLst/>
          </a:prstGeom>
          <a:solidFill>
            <a:srgbClr val="FFFFFF"/>
          </a:solidFill>
          <a:ln w="12700">
            <a:solidFill>
              <a:srgbClr val="E2E7EE"/>
            </a:solidFill>
          </a:ln>
        </p:spPr>
      </p:sp>
      <p:sp>
        <p:nvSpPr>
          <p:cNvPr id="17" name="Text 43">
            <a:extLst>
              <a:ext uri="{FF2B5EF4-FFF2-40B4-BE49-F238E27FC236}">
                <a16:creationId xmlns:a16="http://schemas.microsoft.com/office/drawing/2014/main" id="{F04C780F-7587-D42D-2712-C048AEBF7D80}"/>
              </a:ext>
            </a:extLst>
          </p:cNvPr>
          <p:cNvSpPr/>
          <p:nvPr/>
        </p:nvSpPr>
        <p:spPr>
          <a:xfrm>
            <a:off x="4626864" y="3520440"/>
            <a:ext cx="2980944" cy="384048"/>
          </a:xfrm>
          <a:prstGeom prst="rect">
            <a:avLst/>
          </a:prstGeom>
          <a:noFill/>
          <a:ln>
            <a:noFill/>
          </a:ln>
        </p:spPr>
        <p:txBody>
          <a:bodyPr wrap="square" lIns="0" tIns="0" rIns="0" bIns="0" anchor="ctr"/>
          <a:lstStyle/>
          <a:p>
            <a:pPr algn="l"/>
            <a:r>
              <a:rPr lang="en-US" sz="1700" b="1">
                <a:solidFill>
                  <a:srgbClr val="172033"/>
                </a:solidFill>
                <a:latin typeface="Aptos"/>
              </a:rPr>
              <a:t>Procedures</a:t>
            </a:r>
            <a:endParaRPr lang="en-US" sz="1700"/>
          </a:p>
        </p:txBody>
      </p:sp>
      <p:sp>
        <p:nvSpPr>
          <p:cNvPr id="19" name="Text 44">
            <a:extLst>
              <a:ext uri="{FF2B5EF4-FFF2-40B4-BE49-F238E27FC236}">
                <a16:creationId xmlns:a16="http://schemas.microsoft.com/office/drawing/2014/main" id="{4833D8CA-7F72-BA78-4640-35D77EB35122}"/>
              </a:ext>
            </a:extLst>
          </p:cNvPr>
          <p:cNvSpPr/>
          <p:nvPr/>
        </p:nvSpPr>
        <p:spPr>
          <a:xfrm>
            <a:off x="4626864" y="3959352"/>
            <a:ext cx="2980944" cy="1078992"/>
          </a:xfrm>
          <a:prstGeom prst="rect">
            <a:avLst/>
          </a:prstGeom>
          <a:noFill/>
          <a:ln>
            <a:noFill/>
          </a:ln>
        </p:spPr>
        <p:txBody>
          <a:bodyPr wrap="square" lIns="0" tIns="0" rIns="0" bIns="0" anchor="ctr"/>
          <a:lstStyle/>
          <a:p>
            <a:pPr algn="l"/>
            <a:r>
              <a:rPr lang="en-US" sz="1400">
                <a:solidFill>
                  <a:srgbClr val="536174"/>
                </a:solidFill>
                <a:latin typeface="Aptos"/>
              </a:rPr>
              <a:t>From need and requirements to operation and withdrawal.</a:t>
            </a:r>
            <a:endParaRPr lang="en-US" sz="1400"/>
          </a:p>
        </p:txBody>
      </p:sp>
      <p:sp>
        <p:nvSpPr>
          <p:cNvPr id="21" name="Box 50">
            <a:extLst>
              <a:ext uri="{FF2B5EF4-FFF2-40B4-BE49-F238E27FC236}">
                <a16:creationId xmlns:a16="http://schemas.microsoft.com/office/drawing/2014/main" id="{E5692DBA-03C1-BFD4-EA11-E458EF3FE280}"/>
              </a:ext>
            </a:extLst>
          </p:cNvPr>
          <p:cNvSpPr/>
          <p:nvPr/>
        </p:nvSpPr>
        <p:spPr>
          <a:xfrm>
            <a:off x="8083296" y="3063240"/>
            <a:ext cx="3383280" cy="2103120"/>
          </a:xfrm>
          <a:prstGeom prst="roundRect">
            <a:avLst/>
          </a:prstGeom>
          <a:solidFill>
            <a:srgbClr val="FFFFFF"/>
          </a:solidFill>
          <a:ln w="12700">
            <a:solidFill>
              <a:srgbClr val="E2E7EE"/>
            </a:solidFill>
          </a:ln>
        </p:spPr>
      </p:sp>
      <p:sp>
        <p:nvSpPr>
          <p:cNvPr id="23" name="Text 53">
            <a:extLst>
              <a:ext uri="{FF2B5EF4-FFF2-40B4-BE49-F238E27FC236}">
                <a16:creationId xmlns:a16="http://schemas.microsoft.com/office/drawing/2014/main" id="{DEF8C883-6877-B668-09D9-2C7A22928045}"/>
              </a:ext>
            </a:extLst>
          </p:cNvPr>
          <p:cNvSpPr/>
          <p:nvPr/>
        </p:nvSpPr>
        <p:spPr>
          <a:xfrm>
            <a:off x="8302752" y="3520440"/>
            <a:ext cx="2980944" cy="384048"/>
          </a:xfrm>
          <a:prstGeom prst="rect">
            <a:avLst/>
          </a:prstGeom>
          <a:noFill/>
          <a:ln>
            <a:noFill/>
          </a:ln>
        </p:spPr>
        <p:txBody>
          <a:bodyPr wrap="square" lIns="0" tIns="0" rIns="0" bIns="0" anchor="ctr"/>
          <a:lstStyle/>
          <a:p>
            <a:pPr algn="l"/>
            <a:r>
              <a:rPr lang="en-US" sz="1700" b="1">
                <a:solidFill>
                  <a:srgbClr val="172033"/>
                </a:solidFill>
                <a:latin typeface="Aptos"/>
              </a:rPr>
              <a:t>Product</a:t>
            </a:r>
            <a:endParaRPr lang="en-US" sz="1700"/>
          </a:p>
        </p:txBody>
      </p:sp>
      <p:sp>
        <p:nvSpPr>
          <p:cNvPr id="25" name="Text 54">
            <a:extLst>
              <a:ext uri="{FF2B5EF4-FFF2-40B4-BE49-F238E27FC236}">
                <a16:creationId xmlns:a16="http://schemas.microsoft.com/office/drawing/2014/main" id="{F490122F-A031-9689-31DC-0FE0DA9A67DE}"/>
              </a:ext>
            </a:extLst>
          </p:cNvPr>
          <p:cNvSpPr/>
          <p:nvPr/>
        </p:nvSpPr>
        <p:spPr>
          <a:xfrm>
            <a:off x="8302752" y="3959352"/>
            <a:ext cx="2980944" cy="1078992"/>
          </a:xfrm>
          <a:prstGeom prst="rect">
            <a:avLst/>
          </a:prstGeom>
          <a:noFill/>
          <a:ln>
            <a:noFill/>
          </a:ln>
        </p:spPr>
        <p:txBody>
          <a:bodyPr wrap="square" lIns="0" tIns="0" rIns="0" bIns="0" anchor="ctr"/>
          <a:lstStyle/>
          <a:p>
            <a:pPr algn="l"/>
            <a:r>
              <a:rPr lang="en-US" sz="1400">
                <a:solidFill>
                  <a:srgbClr val="536174"/>
                </a:solidFill>
                <a:latin typeface="Aptos"/>
              </a:rPr>
              <a:t>Code, data, documentation, infrastructure and user experience.</a:t>
            </a:r>
            <a:endParaRPr lang="en-US" sz="1400"/>
          </a:p>
        </p:txBody>
      </p:sp>
      <p:sp>
        <p:nvSpPr>
          <p:cNvPr id="27" name="Text 60">
            <a:extLst>
              <a:ext uri="{FF2B5EF4-FFF2-40B4-BE49-F238E27FC236}">
                <a16:creationId xmlns:a16="http://schemas.microsoft.com/office/drawing/2014/main" id="{BA052F0C-2FE0-31B9-ED7D-501FA9007590}"/>
              </a:ext>
            </a:extLst>
          </p:cNvPr>
          <p:cNvSpPr/>
          <p:nvPr/>
        </p:nvSpPr>
        <p:spPr>
          <a:xfrm>
            <a:off x="914400" y="5623560"/>
            <a:ext cx="10332720" cy="274320"/>
          </a:xfrm>
          <a:prstGeom prst="rect">
            <a:avLst/>
          </a:prstGeom>
          <a:noFill/>
          <a:ln>
            <a:noFill/>
          </a:ln>
        </p:spPr>
        <p:txBody>
          <a:bodyPr wrap="square" lIns="0" tIns="0" rIns="0" bIns="0" anchor="ctr"/>
          <a:lstStyle/>
          <a:p>
            <a:pPr algn="l"/>
            <a:r>
              <a:rPr lang="en-US" sz="1500" b="1">
                <a:solidFill>
                  <a:srgbClr val="172033"/>
                </a:solidFill>
                <a:latin typeface="Aptos"/>
              </a:rPr>
              <a:t>Goal: reliable software that meets real needs within constraints.</a:t>
            </a:r>
            <a:endParaRPr lang="en-US" sz="1500"/>
          </a:p>
        </p:txBody>
      </p:sp>
    </p:spTree>
    <p:extLst>
      <p:ext uri="{BB962C8B-B14F-4D97-AF65-F5344CB8AC3E}">
        <p14:creationId xmlns:p14="http://schemas.microsoft.com/office/powerpoint/2010/main" val="2730517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712AC027-8376-E41E-B645-B36763CB0440}"/>
              </a:ext>
            </a:extLst>
          </p:cNvPr>
          <p:cNvSpPr>
            <a:spLocks noGrp="1"/>
          </p:cNvSpPr>
          <p:nvPr>
            <p:ph idx="1"/>
          </p:nvPr>
        </p:nvSpPr>
        <p:spPr/>
        <p:txBody>
          <a:bodyPr>
            <a:normAutofit fontScale="92500" lnSpcReduction="10000"/>
          </a:bodyPr>
          <a:lstStyle/>
          <a:p>
            <a:pPr algn="just"/>
            <a:r>
              <a:rPr lang="en-US" sz="2400" dirty="0">
                <a:latin typeface="+mj-lt"/>
              </a:rPr>
              <a:t>Software engineering includes the various tools, techniques, and methods used in the design, development, implementation, and maintenance of software systems.</a:t>
            </a:r>
          </a:p>
          <a:p>
            <a:pPr algn="just"/>
            <a:endParaRPr lang="en-US" sz="2400" dirty="0">
              <a:latin typeface="+mj-lt"/>
            </a:endParaRPr>
          </a:p>
          <a:p>
            <a:pPr algn="just"/>
            <a:r>
              <a:rPr lang="en-US" sz="2400" dirty="0">
                <a:latin typeface="+mj-lt"/>
              </a:rPr>
              <a:t>This field is constantly evolving, driven by innovation and the need to solve complex problems more effectively.</a:t>
            </a:r>
          </a:p>
          <a:p>
            <a:pPr algn="just"/>
            <a:endParaRPr lang="en-US" sz="2400" dirty="0">
              <a:latin typeface="+mj-lt"/>
            </a:endParaRPr>
          </a:p>
          <a:p>
            <a:pPr algn="just"/>
            <a:r>
              <a:rPr lang="en-US" sz="2400" dirty="0">
                <a:latin typeface="+mj-lt"/>
              </a:rPr>
              <a:t>It is the field that deals with the creation and development of software, as well as the processes and tools used for this purpose.</a:t>
            </a:r>
          </a:p>
        </p:txBody>
      </p:sp>
      <p:sp>
        <p:nvSpPr>
          <p:cNvPr id="5" name="Τίτλος 4">
            <a:extLst>
              <a:ext uri="{FF2B5EF4-FFF2-40B4-BE49-F238E27FC236}">
                <a16:creationId xmlns:a16="http://schemas.microsoft.com/office/drawing/2014/main" id="{5F376732-2F5F-EB29-4D31-9A647A4CF5C7}"/>
              </a:ext>
            </a:extLst>
          </p:cNvPr>
          <p:cNvSpPr>
            <a:spLocks noGrp="1"/>
          </p:cNvSpPr>
          <p:nvPr>
            <p:ph type="title"/>
          </p:nvPr>
        </p:nvSpPr>
        <p:spPr/>
        <p:txBody>
          <a:bodyPr/>
          <a:lstStyle/>
          <a:p>
            <a:r>
              <a:rPr lang="en-US" dirty="0"/>
              <a:t>DEFINITION</a:t>
            </a:r>
          </a:p>
        </p:txBody>
      </p:sp>
    </p:spTree>
    <p:extLst>
      <p:ext uri="{BB962C8B-B14F-4D97-AF65-F5344CB8AC3E}">
        <p14:creationId xmlns:p14="http://schemas.microsoft.com/office/powerpoint/2010/main" val="1205095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6D9BECC-F3E8-FA4C-318C-98D67AD7D4E5}"/>
              </a:ext>
            </a:extLst>
          </p:cNvPr>
          <p:cNvSpPr>
            <a:spLocks noGrp="1"/>
          </p:cNvSpPr>
          <p:nvPr>
            <p:ph type="title"/>
          </p:nvPr>
        </p:nvSpPr>
        <p:spPr/>
        <p:txBody>
          <a:bodyPr>
            <a:normAutofit/>
          </a:bodyPr>
          <a:lstStyle/>
          <a:p>
            <a:r>
              <a:rPr lang="en-US" dirty="0"/>
              <a:t>Why isn't just planning enough?</a:t>
            </a:r>
          </a:p>
        </p:txBody>
      </p:sp>
      <p:sp>
        <p:nvSpPr>
          <p:cNvPr id="5" name="Box 20">
            <a:extLst>
              <a:ext uri="{FF2B5EF4-FFF2-40B4-BE49-F238E27FC236}">
                <a16:creationId xmlns:a16="http://schemas.microsoft.com/office/drawing/2014/main" id="{39DD535E-FD31-4254-1769-F0113FED0F91}"/>
              </a:ext>
            </a:extLst>
          </p:cNvPr>
          <p:cNvSpPr/>
          <p:nvPr/>
        </p:nvSpPr>
        <p:spPr>
          <a:xfrm>
            <a:off x="685800" y="1954308"/>
            <a:ext cx="2560320" cy="3337919"/>
          </a:xfrm>
          <a:prstGeom prst="roundRect">
            <a:avLst/>
          </a:prstGeom>
          <a:solidFill>
            <a:srgbClr val="FFFFFF"/>
          </a:solidFill>
          <a:ln w="12700">
            <a:solidFill>
              <a:srgbClr val="E2E7EE"/>
            </a:solidFill>
          </a:ln>
        </p:spPr>
      </p:sp>
      <p:sp>
        <p:nvSpPr>
          <p:cNvPr id="7" name="Text 23">
            <a:extLst>
              <a:ext uri="{FF2B5EF4-FFF2-40B4-BE49-F238E27FC236}">
                <a16:creationId xmlns:a16="http://schemas.microsoft.com/office/drawing/2014/main" id="{80435FD4-8662-7261-F067-B8D255686EFF}"/>
              </a:ext>
            </a:extLst>
          </p:cNvPr>
          <p:cNvSpPr/>
          <p:nvPr/>
        </p:nvSpPr>
        <p:spPr>
          <a:xfrm>
            <a:off x="905256" y="2146513"/>
            <a:ext cx="2157984" cy="384048"/>
          </a:xfrm>
          <a:prstGeom prst="rect">
            <a:avLst/>
          </a:prstGeom>
          <a:noFill/>
          <a:ln>
            <a:noFill/>
          </a:ln>
        </p:spPr>
        <p:txBody>
          <a:bodyPr wrap="square" lIns="0" tIns="0" rIns="0" bIns="0" anchor="ctr"/>
          <a:lstStyle/>
          <a:p>
            <a:pPr algn="l"/>
            <a:r>
              <a:rPr lang="en-US" sz="1700" b="1">
                <a:solidFill>
                  <a:srgbClr val="172033"/>
                </a:solidFill>
                <a:latin typeface="Aptos"/>
              </a:rPr>
              <a:t>Scale</a:t>
            </a:r>
            <a:endParaRPr lang="en-US" sz="1700"/>
          </a:p>
        </p:txBody>
      </p:sp>
      <p:sp>
        <p:nvSpPr>
          <p:cNvPr id="9" name="Text 24">
            <a:extLst>
              <a:ext uri="{FF2B5EF4-FFF2-40B4-BE49-F238E27FC236}">
                <a16:creationId xmlns:a16="http://schemas.microsoft.com/office/drawing/2014/main" id="{F6BE78E4-30B3-54B3-CE9D-49EFB9D23CA4}"/>
              </a:ext>
            </a:extLst>
          </p:cNvPr>
          <p:cNvSpPr/>
          <p:nvPr/>
        </p:nvSpPr>
        <p:spPr>
          <a:xfrm>
            <a:off x="905256" y="2468880"/>
            <a:ext cx="2157984" cy="2587752"/>
          </a:xfrm>
          <a:prstGeom prst="rect">
            <a:avLst/>
          </a:prstGeom>
          <a:noFill/>
          <a:ln>
            <a:noFill/>
          </a:ln>
        </p:spPr>
        <p:txBody>
          <a:bodyPr wrap="square" lIns="0" tIns="0" rIns="0" bIns="0" anchor="ctr"/>
          <a:lstStyle/>
          <a:p>
            <a:pPr algn="l"/>
            <a:r>
              <a:rPr lang="en-US" sz="1400" dirty="0">
                <a:solidFill>
                  <a:srgbClr val="536174"/>
                </a:solidFill>
                <a:latin typeface="Aptos"/>
              </a:rPr>
              <a:t>Many subsystems, groups,</a:t>
            </a:r>
            <a:r>
              <a:rPr lang="en-US" sz="1400" dirty="0" err="1">
                <a:solidFill>
                  <a:srgbClr val="536174"/>
                </a:solidFill>
                <a:latin typeface="Aptos"/>
              </a:rPr>
              <a:t> interfaces</a:t>
            </a:r>
            <a:r>
              <a:rPr lang="en-US" sz="1400" dirty="0">
                <a:solidFill>
                  <a:srgbClr val="536174"/>
                </a:solidFill>
                <a:latin typeface="Aptos"/>
              </a:rPr>
              <a:t> and dependencies.</a:t>
            </a:r>
            <a:endParaRPr lang="en-US" sz="1400" dirty="0"/>
          </a:p>
        </p:txBody>
      </p:sp>
      <p:sp>
        <p:nvSpPr>
          <p:cNvPr id="11" name="Box 30">
            <a:extLst>
              <a:ext uri="{FF2B5EF4-FFF2-40B4-BE49-F238E27FC236}">
                <a16:creationId xmlns:a16="http://schemas.microsoft.com/office/drawing/2014/main" id="{B89F9FD0-98DC-3945-8609-0994FCF4F736}"/>
              </a:ext>
            </a:extLst>
          </p:cNvPr>
          <p:cNvSpPr/>
          <p:nvPr/>
        </p:nvSpPr>
        <p:spPr>
          <a:xfrm>
            <a:off x="3429000" y="1954308"/>
            <a:ext cx="2560320" cy="3337919"/>
          </a:xfrm>
          <a:prstGeom prst="roundRect">
            <a:avLst/>
          </a:prstGeom>
          <a:solidFill>
            <a:srgbClr val="FFFFFF"/>
          </a:solidFill>
          <a:ln w="12700">
            <a:solidFill>
              <a:srgbClr val="E2E7EE"/>
            </a:solidFill>
          </a:ln>
        </p:spPr>
      </p:sp>
      <p:sp>
        <p:nvSpPr>
          <p:cNvPr id="13" name="Text 33">
            <a:extLst>
              <a:ext uri="{FF2B5EF4-FFF2-40B4-BE49-F238E27FC236}">
                <a16:creationId xmlns:a16="http://schemas.microsoft.com/office/drawing/2014/main" id="{EE7C0EE9-05FE-369B-E043-33D5C22855C0}"/>
              </a:ext>
            </a:extLst>
          </p:cNvPr>
          <p:cNvSpPr/>
          <p:nvPr/>
        </p:nvSpPr>
        <p:spPr>
          <a:xfrm>
            <a:off x="3648456" y="2146513"/>
            <a:ext cx="2157984" cy="384048"/>
          </a:xfrm>
          <a:prstGeom prst="rect">
            <a:avLst/>
          </a:prstGeom>
          <a:noFill/>
          <a:ln>
            <a:noFill/>
          </a:ln>
        </p:spPr>
        <p:txBody>
          <a:bodyPr wrap="square" lIns="0" tIns="0" rIns="0" bIns="0" anchor="ctr"/>
          <a:lstStyle/>
          <a:p>
            <a:pPr algn="l"/>
            <a:r>
              <a:rPr lang="en-US" sz="1700" b="1">
                <a:solidFill>
                  <a:srgbClr val="172033"/>
                </a:solidFill>
                <a:latin typeface="Aptos"/>
              </a:rPr>
              <a:t>Change</a:t>
            </a:r>
            <a:endParaRPr lang="en-US" sz="1700"/>
          </a:p>
        </p:txBody>
      </p:sp>
      <p:sp>
        <p:nvSpPr>
          <p:cNvPr id="15" name="Text 34">
            <a:extLst>
              <a:ext uri="{FF2B5EF4-FFF2-40B4-BE49-F238E27FC236}">
                <a16:creationId xmlns:a16="http://schemas.microsoft.com/office/drawing/2014/main" id="{017EC902-1513-AFBF-9A91-22CFBACF8E6A}"/>
              </a:ext>
            </a:extLst>
          </p:cNvPr>
          <p:cNvSpPr/>
          <p:nvPr/>
        </p:nvSpPr>
        <p:spPr>
          <a:xfrm>
            <a:off x="3648456" y="2468880"/>
            <a:ext cx="2157984" cy="2587752"/>
          </a:xfrm>
          <a:prstGeom prst="rect">
            <a:avLst/>
          </a:prstGeom>
          <a:noFill/>
          <a:ln>
            <a:noFill/>
          </a:ln>
        </p:spPr>
        <p:txBody>
          <a:bodyPr wrap="square" lIns="0" tIns="0" rIns="0" bIns="0" anchor="ctr"/>
          <a:lstStyle/>
          <a:p>
            <a:pPr algn="l"/>
            <a:r>
              <a:rPr lang="en-US" sz="1400" dirty="0">
                <a:solidFill>
                  <a:srgbClr val="536174"/>
                </a:solidFill>
                <a:latin typeface="Aptos"/>
              </a:rPr>
              <a:t>Needs, technology and the environment are evolving.</a:t>
            </a:r>
            <a:endParaRPr lang="en-US" sz="1400" dirty="0"/>
          </a:p>
        </p:txBody>
      </p:sp>
      <p:sp>
        <p:nvSpPr>
          <p:cNvPr id="17" name="Box 40">
            <a:extLst>
              <a:ext uri="{FF2B5EF4-FFF2-40B4-BE49-F238E27FC236}">
                <a16:creationId xmlns:a16="http://schemas.microsoft.com/office/drawing/2014/main" id="{48417CD9-102F-B722-0500-0787CB73BFF3}"/>
              </a:ext>
            </a:extLst>
          </p:cNvPr>
          <p:cNvSpPr/>
          <p:nvPr/>
        </p:nvSpPr>
        <p:spPr>
          <a:xfrm>
            <a:off x="6172200" y="1954308"/>
            <a:ext cx="2560320" cy="3337919"/>
          </a:xfrm>
          <a:prstGeom prst="roundRect">
            <a:avLst/>
          </a:prstGeom>
          <a:solidFill>
            <a:srgbClr val="FFFFFF"/>
          </a:solidFill>
          <a:ln w="12700">
            <a:solidFill>
              <a:srgbClr val="E2E7EE"/>
            </a:solidFill>
          </a:ln>
        </p:spPr>
      </p:sp>
      <p:sp>
        <p:nvSpPr>
          <p:cNvPr id="19" name="Text 43">
            <a:extLst>
              <a:ext uri="{FF2B5EF4-FFF2-40B4-BE49-F238E27FC236}">
                <a16:creationId xmlns:a16="http://schemas.microsoft.com/office/drawing/2014/main" id="{E4532EC1-12B4-4DA6-C74C-C87685086C09}"/>
              </a:ext>
            </a:extLst>
          </p:cNvPr>
          <p:cNvSpPr/>
          <p:nvPr/>
        </p:nvSpPr>
        <p:spPr>
          <a:xfrm>
            <a:off x="6391656" y="2146513"/>
            <a:ext cx="2157984" cy="384048"/>
          </a:xfrm>
          <a:prstGeom prst="rect">
            <a:avLst/>
          </a:prstGeom>
          <a:noFill/>
          <a:ln>
            <a:noFill/>
          </a:ln>
        </p:spPr>
        <p:txBody>
          <a:bodyPr wrap="square" lIns="0" tIns="0" rIns="0" bIns="0" anchor="ctr"/>
          <a:lstStyle/>
          <a:p>
            <a:pPr algn="l"/>
            <a:r>
              <a:rPr lang="en-US" sz="1700" b="1">
                <a:solidFill>
                  <a:srgbClr val="172033"/>
                </a:solidFill>
                <a:latin typeface="Aptos"/>
              </a:rPr>
              <a:t>Quality</a:t>
            </a:r>
            <a:endParaRPr lang="en-US" sz="1700"/>
          </a:p>
        </p:txBody>
      </p:sp>
      <p:sp>
        <p:nvSpPr>
          <p:cNvPr id="21" name="Text 44">
            <a:extLst>
              <a:ext uri="{FF2B5EF4-FFF2-40B4-BE49-F238E27FC236}">
                <a16:creationId xmlns:a16="http://schemas.microsoft.com/office/drawing/2014/main" id="{CEFCCD9A-A145-3D56-D985-5B711EA473BD}"/>
              </a:ext>
            </a:extLst>
          </p:cNvPr>
          <p:cNvSpPr/>
          <p:nvPr/>
        </p:nvSpPr>
        <p:spPr>
          <a:xfrm>
            <a:off x="6391656" y="2468880"/>
            <a:ext cx="2157984" cy="2587752"/>
          </a:xfrm>
          <a:prstGeom prst="rect">
            <a:avLst/>
          </a:prstGeom>
          <a:noFill/>
          <a:ln>
            <a:noFill/>
          </a:ln>
        </p:spPr>
        <p:txBody>
          <a:bodyPr wrap="square" lIns="0" tIns="0" rIns="0" bIns="0" anchor="ctr"/>
          <a:lstStyle/>
          <a:p>
            <a:pPr algn="l"/>
            <a:r>
              <a:rPr lang="en-US" sz="1400" dirty="0">
                <a:solidFill>
                  <a:srgbClr val="536174"/>
                </a:solidFill>
                <a:latin typeface="Aptos"/>
              </a:rPr>
              <a:t>Safety, reliability, performance, usability and</a:t>
            </a:r>
            <a:r>
              <a:rPr lang="en-US" sz="1400" dirty="0" err="1">
                <a:solidFill>
                  <a:srgbClr val="536174"/>
                </a:solidFill>
                <a:latin typeface="Aptos"/>
              </a:rPr>
              <a:t> maintainability</a:t>
            </a:r>
            <a:r>
              <a:rPr lang="en-US" sz="1400" dirty="0">
                <a:solidFill>
                  <a:srgbClr val="536174"/>
                </a:solidFill>
                <a:latin typeface="Aptos"/>
              </a:rPr>
              <a:t>.</a:t>
            </a:r>
            <a:endParaRPr lang="en-US" sz="1400" dirty="0"/>
          </a:p>
        </p:txBody>
      </p:sp>
      <p:sp>
        <p:nvSpPr>
          <p:cNvPr id="23" name="Box 50">
            <a:extLst>
              <a:ext uri="{FF2B5EF4-FFF2-40B4-BE49-F238E27FC236}">
                <a16:creationId xmlns:a16="http://schemas.microsoft.com/office/drawing/2014/main" id="{F33BECFD-88F5-AAE4-E4E4-7998A29801B1}"/>
              </a:ext>
            </a:extLst>
          </p:cNvPr>
          <p:cNvSpPr/>
          <p:nvPr/>
        </p:nvSpPr>
        <p:spPr>
          <a:xfrm>
            <a:off x="8915400" y="1954308"/>
            <a:ext cx="2560320" cy="3337919"/>
          </a:xfrm>
          <a:prstGeom prst="roundRect">
            <a:avLst/>
          </a:prstGeom>
          <a:solidFill>
            <a:srgbClr val="FFFFFF"/>
          </a:solidFill>
          <a:ln w="12700">
            <a:solidFill>
              <a:srgbClr val="E2E7EE"/>
            </a:solidFill>
          </a:ln>
        </p:spPr>
      </p:sp>
      <p:sp>
        <p:nvSpPr>
          <p:cNvPr id="25" name="Text 53">
            <a:extLst>
              <a:ext uri="{FF2B5EF4-FFF2-40B4-BE49-F238E27FC236}">
                <a16:creationId xmlns:a16="http://schemas.microsoft.com/office/drawing/2014/main" id="{B9E2DE26-EFA2-A389-EA88-B046B3E5080A}"/>
              </a:ext>
            </a:extLst>
          </p:cNvPr>
          <p:cNvSpPr/>
          <p:nvPr/>
        </p:nvSpPr>
        <p:spPr>
          <a:xfrm>
            <a:off x="9134856" y="2146513"/>
            <a:ext cx="2157984" cy="384048"/>
          </a:xfrm>
          <a:prstGeom prst="rect">
            <a:avLst/>
          </a:prstGeom>
          <a:noFill/>
          <a:ln>
            <a:noFill/>
          </a:ln>
        </p:spPr>
        <p:txBody>
          <a:bodyPr wrap="square" lIns="0" tIns="0" rIns="0" bIns="0" anchor="ctr"/>
          <a:lstStyle/>
          <a:p>
            <a:pPr algn="l"/>
            <a:r>
              <a:rPr lang="en-US" sz="1700" b="1">
                <a:solidFill>
                  <a:srgbClr val="172033"/>
                </a:solidFill>
                <a:latin typeface="Aptos"/>
              </a:rPr>
              <a:t>Coordination</a:t>
            </a:r>
            <a:endParaRPr lang="en-US" sz="1700"/>
          </a:p>
        </p:txBody>
      </p:sp>
      <p:sp>
        <p:nvSpPr>
          <p:cNvPr id="27" name="Text 54">
            <a:extLst>
              <a:ext uri="{FF2B5EF4-FFF2-40B4-BE49-F238E27FC236}">
                <a16:creationId xmlns:a16="http://schemas.microsoft.com/office/drawing/2014/main" id="{5960D8DA-EA05-E820-B583-3F83BA54B85E}"/>
              </a:ext>
            </a:extLst>
          </p:cNvPr>
          <p:cNvSpPr/>
          <p:nvPr/>
        </p:nvSpPr>
        <p:spPr>
          <a:xfrm>
            <a:off x="91348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Decisions, communication, cost, time and risk management.</a:t>
            </a:r>
            <a:endParaRPr lang="en-US" sz="1400"/>
          </a:p>
        </p:txBody>
      </p:sp>
      <p:sp>
        <p:nvSpPr>
          <p:cNvPr id="29" name="Text 60">
            <a:extLst>
              <a:ext uri="{FF2B5EF4-FFF2-40B4-BE49-F238E27FC236}">
                <a16:creationId xmlns:a16="http://schemas.microsoft.com/office/drawing/2014/main" id="{10D2F325-9DC0-84D8-DC02-28708B59DFAC}"/>
              </a:ext>
            </a:extLst>
          </p:cNvPr>
          <p:cNvSpPr/>
          <p:nvPr/>
        </p:nvSpPr>
        <p:spPr>
          <a:xfrm>
            <a:off x="914400" y="5596128"/>
            <a:ext cx="10332720" cy="274320"/>
          </a:xfrm>
          <a:prstGeom prst="rect">
            <a:avLst/>
          </a:prstGeom>
          <a:noFill/>
          <a:ln>
            <a:noFill/>
          </a:ln>
        </p:spPr>
        <p:txBody>
          <a:bodyPr wrap="square" lIns="0" tIns="0" rIns="0" bIns="0" anchor="ctr"/>
          <a:lstStyle/>
          <a:p>
            <a:pPr algn="l"/>
            <a:r>
              <a:rPr lang="en-US" sz="1500" b="1">
                <a:solidFill>
                  <a:srgbClr val="172033"/>
                </a:solidFill>
                <a:latin typeface="Aptos"/>
              </a:rPr>
              <a:t>Code is part of the product; engineering is about the entire sociotechnical system.</a:t>
            </a:r>
            <a:endParaRPr lang="en-US" sz="1500"/>
          </a:p>
        </p:txBody>
      </p:sp>
    </p:spTree>
    <p:extLst>
      <p:ext uri="{BB962C8B-B14F-4D97-AF65-F5344CB8AC3E}">
        <p14:creationId xmlns:p14="http://schemas.microsoft.com/office/powerpoint/2010/main" val="3972498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2FEE8CDF-D29E-1DBF-B40C-DF81C18F9781}"/>
              </a:ext>
            </a:extLst>
          </p:cNvPr>
          <p:cNvSpPr>
            <a:spLocks noGrp="1"/>
          </p:cNvSpPr>
          <p:nvPr>
            <p:ph idx="1"/>
          </p:nvPr>
        </p:nvSpPr>
        <p:spPr/>
        <p:txBody>
          <a:bodyPr>
            <a:normAutofit fontScale="92500"/>
          </a:bodyPr>
          <a:lstStyle/>
          <a:p>
            <a:pPr algn="just">
              <a:spcAft>
                <a:spcPts val="1200"/>
              </a:spcAft>
            </a:pPr>
            <a:r>
              <a:rPr lang="en-US" sz="2400" dirty="0">
                <a:latin typeface="+mj-lt"/>
              </a:rPr>
              <a:t>Some key areas in software engineering include:</a:t>
            </a:r>
          </a:p>
          <a:p>
            <a:pPr algn="just">
              <a:spcAft>
                <a:spcPts val="1200"/>
              </a:spcAft>
            </a:pPr>
            <a:r>
              <a:rPr lang="en-US" sz="2400" dirty="0">
                <a:latin typeface="+mj-lt"/>
              </a:rPr>
              <a:t>Programming Languages: These are the official languages ​​used to create software programs. Some popular programming languages ​​are</a:t>
            </a:r>
            <a:r>
              <a:rPr lang="en-US" sz="2400" dirty="0" err="1">
                <a:latin typeface="+mj-lt"/>
              </a:rPr>
              <a:t> Java</a:t>
            </a:r>
            <a:r>
              <a:rPr lang="en-US" sz="2400" dirty="0">
                <a:latin typeface="+mj-lt"/>
              </a:rPr>
              <a:t>, the</a:t>
            </a:r>
            <a:r>
              <a:rPr lang="en-US" sz="2400" dirty="0" err="1">
                <a:latin typeface="+mj-lt"/>
              </a:rPr>
              <a:t> Python</a:t>
            </a:r>
            <a:r>
              <a:rPr lang="en-US" sz="2400" dirty="0">
                <a:latin typeface="+mj-lt"/>
              </a:rPr>
              <a:t>, the</a:t>
            </a:r>
            <a:r>
              <a:rPr lang="en-US" sz="2400" dirty="0" err="1">
                <a:latin typeface="+mj-lt"/>
              </a:rPr>
              <a:t> JavaScript</a:t>
            </a:r>
            <a:r>
              <a:rPr lang="en-US" sz="2400" dirty="0">
                <a:latin typeface="+mj-lt"/>
              </a:rPr>
              <a:t>, C++ and C#.</a:t>
            </a:r>
          </a:p>
          <a:p>
            <a:pPr algn="just">
              <a:spcAft>
                <a:spcPts val="1200"/>
              </a:spcAft>
            </a:pPr>
            <a:r>
              <a:rPr lang="en-US" sz="2400" dirty="0">
                <a:latin typeface="+mj-lt"/>
              </a:rPr>
              <a:t>Frameworks and libraries: These are collections of pre-written code and tools that help developers build applications more efficiently. Examples include</a:t>
            </a:r>
            <a:r>
              <a:rPr lang="en-US" sz="2400" dirty="0" err="1">
                <a:latin typeface="+mj-lt"/>
              </a:rPr>
              <a:t> Angular</a:t>
            </a:r>
            <a:r>
              <a:rPr lang="en-US" sz="2400" dirty="0">
                <a:latin typeface="+mj-lt"/>
              </a:rPr>
              <a:t>, the</a:t>
            </a:r>
            <a:r>
              <a:rPr lang="en-US" sz="2400" dirty="0" err="1">
                <a:latin typeface="+mj-lt"/>
              </a:rPr>
              <a:t> React</a:t>
            </a:r>
            <a:r>
              <a:rPr lang="en-US" sz="2400" dirty="0">
                <a:latin typeface="+mj-lt"/>
              </a:rPr>
              <a:t> and Vue.js for web development,</a:t>
            </a:r>
            <a:r>
              <a:rPr lang="en-US" sz="2400" dirty="0" err="1">
                <a:latin typeface="+mj-lt"/>
              </a:rPr>
              <a:t> TensorFlow</a:t>
            </a:r>
            <a:r>
              <a:rPr lang="en-US" sz="2400" dirty="0">
                <a:latin typeface="+mj-lt"/>
              </a:rPr>
              <a:t> and the</a:t>
            </a:r>
            <a:r>
              <a:rPr lang="en-US" sz="2400" dirty="0" err="1">
                <a:latin typeface="+mj-lt"/>
              </a:rPr>
              <a:t> PyTorch</a:t>
            </a:r>
            <a:r>
              <a:rPr lang="en-US" sz="2400" dirty="0">
                <a:latin typeface="+mj-lt"/>
              </a:rPr>
              <a:t> for machine learning and</a:t>
            </a:r>
            <a:r>
              <a:rPr lang="en-US" sz="2400" dirty="0" err="1">
                <a:latin typeface="+mj-lt"/>
              </a:rPr>
              <a:t> Django</a:t>
            </a:r>
            <a:r>
              <a:rPr lang="en-US" sz="2400" dirty="0">
                <a:latin typeface="+mj-lt"/>
              </a:rPr>
              <a:t> and the</a:t>
            </a:r>
            <a:r>
              <a:rPr lang="en-US" sz="2400" dirty="0" err="1">
                <a:latin typeface="+mj-lt"/>
              </a:rPr>
              <a:t> Flask</a:t>
            </a:r>
            <a:r>
              <a:rPr lang="en-US" sz="2400" dirty="0">
                <a:latin typeface="+mj-lt"/>
              </a:rPr>
              <a:t> for applications</a:t>
            </a:r>
            <a:r>
              <a:rPr lang="en-US" sz="2400" dirty="0" err="1">
                <a:latin typeface="+mj-lt"/>
              </a:rPr>
              <a:t> web Python</a:t>
            </a:r>
            <a:r>
              <a:rPr lang="en-US" sz="2400" dirty="0">
                <a:latin typeface="+mj-lt"/>
              </a:rPr>
              <a:t>. </a:t>
            </a:r>
          </a:p>
        </p:txBody>
      </p:sp>
      <p:sp>
        <p:nvSpPr>
          <p:cNvPr id="5" name="Τίτλος 4">
            <a:extLst>
              <a:ext uri="{FF2B5EF4-FFF2-40B4-BE49-F238E27FC236}">
                <a16:creationId xmlns:a16="http://schemas.microsoft.com/office/drawing/2014/main" id="{84EA4F87-9050-3545-F46A-7284E6B48DCF}"/>
              </a:ext>
            </a:extLst>
          </p:cNvPr>
          <p:cNvSpPr>
            <a:spLocks noGrp="1"/>
          </p:cNvSpPr>
          <p:nvPr>
            <p:ph type="title"/>
          </p:nvPr>
        </p:nvSpPr>
        <p:spPr/>
        <p:txBody>
          <a:bodyPr/>
          <a:lstStyle/>
          <a:p>
            <a:r>
              <a:rPr lang="en-US" dirty="0"/>
              <a:t>Key areas</a:t>
            </a:r>
          </a:p>
        </p:txBody>
      </p:sp>
    </p:spTree>
    <p:extLst>
      <p:ext uri="{BB962C8B-B14F-4D97-AF65-F5344CB8AC3E}">
        <p14:creationId xmlns:p14="http://schemas.microsoft.com/office/powerpoint/2010/main" val="2833642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E7123B11-A397-0947-CB04-EECD5535E8F9}"/>
              </a:ext>
            </a:extLst>
          </p:cNvPr>
          <p:cNvSpPr>
            <a:spLocks noGrp="1"/>
          </p:cNvSpPr>
          <p:nvPr>
            <p:ph idx="1"/>
          </p:nvPr>
        </p:nvSpPr>
        <p:spPr/>
        <p:txBody>
          <a:bodyPr>
            <a:normAutofit/>
          </a:bodyPr>
          <a:lstStyle/>
          <a:p>
            <a:pPr algn="just">
              <a:spcAft>
                <a:spcPts val="1200"/>
              </a:spcAft>
            </a:pPr>
            <a:r>
              <a:rPr lang="en-US" sz="2400" dirty="0">
                <a:latin typeface="+mj-lt"/>
              </a:rPr>
              <a:t>Development methodologies: These are the processes and practices followed to develop software systems. Some popular methodologies include:</a:t>
            </a:r>
            <a:r>
              <a:rPr lang="en-US" sz="2400" dirty="0" err="1">
                <a:latin typeface="+mj-lt"/>
              </a:rPr>
              <a:t> Agile</a:t>
            </a:r>
            <a:r>
              <a:rPr lang="en-US" sz="2400" dirty="0">
                <a:latin typeface="+mj-lt"/>
              </a:rPr>
              <a:t>, </a:t>
            </a:r>
            <a:r>
              <a:rPr lang="en-US" sz="2400" dirty="0" err="1">
                <a:latin typeface="+mj-lt"/>
              </a:rPr>
              <a:t>Scrum</a:t>
            </a:r>
            <a:r>
              <a:rPr lang="en-US" sz="2400" dirty="0">
                <a:latin typeface="+mj-lt"/>
              </a:rPr>
              <a:t>, </a:t>
            </a:r>
            <a:r>
              <a:rPr lang="en-US" sz="2400" dirty="0" err="1">
                <a:latin typeface="+mj-lt"/>
              </a:rPr>
              <a:t>Waterfall</a:t>
            </a:r>
            <a:r>
              <a:rPr lang="en-US" sz="2400" dirty="0">
                <a:latin typeface="+mj-lt"/>
              </a:rPr>
              <a:t> and</a:t>
            </a:r>
            <a:r>
              <a:rPr lang="en-US" sz="2400" dirty="0" err="1">
                <a:latin typeface="+mj-lt"/>
              </a:rPr>
              <a:t> DevOps</a:t>
            </a:r>
            <a:r>
              <a:rPr lang="en-US" sz="2400" dirty="0">
                <a:latin typeface="+mj-lt"/>
              </a:rPr>
              <a:t>.</a:t>
            </a:r>
          </a:p>
          <a:p>
            <a:pPr algn="just">
              <a:spcAft>
                <a:spcPts val="1200"/>
              </a:spcAft>
            </a:pPr>
            <a:r>
              <a:rPr lang="en-US" sz="2400" dirty="0">
                <a:latin typeface="+mj-lt"/>
              </a:rPr>
              <a:t>Software architecture: It deals with the overall structure and organization of a software system, including its components, relationships, and properties. Common architectural patterns include</a:t>
            </a:r>
            <a:r>
              <a:rPr lang="en-US" sz="2400" dirty="0" err="1">
                <a:latin typeface="+mj-lt"/>
              </a:rPr>
              <a:t> microservices</a:t>
            </a:r>
            <a:r>
              <a:rPr lang="en-US" sz="2400" dirty="0">
                <a:latin typeface="+mj-lt"/>
              </a:rPr>
              <a:t>, monolithic and event-based architectures.</a:t>
            </a:r>
          </a:p>
        </p:txBody>
      </p:sp>
      <p:sp>
        <p:nvSpPr>
          <p:cNvPr id="5" name="Τίτλος 4">
            <a:extLst>
              <a:ext uri="{FF2B5EF4-FFF2-40B4-BE49-F238E27FC236}">
                <a16:creationId xmlns:a16="http://schemas.microsoft.com/office/drawing/2014/main" id="{5444E88C-E56E-B21F-3983-A6E158D2BEA7}"/>
              </a:ext>
            </a:extLst>
          </p:cNvPr>
          <p:cNvSpPr>
            <a:spLocks noGrp="1"/>
          </p:cNvSpPr>
          <p:nvPr>
            <p:ph type="title"/>
          </p:nvPr>
        </p:nvSpPr>
        <p:spPr/>
        <p:txBody>
          <a:bodyPr/>
          <a:lstStyle/>
          <a:p>
            <a:r>
              <a:rPr lang="en-US" dirty="0"/>
              <a:t>Key areas</a:t>
            </a:r>
          </a:p>
        </p:txBody>
      </p:sp>
    </p:spTree>
    <p:extLst>
      <p:ext uri="{BB962C8B-B14F-4D97-AF65-F5344CB8AC3E}">
        <p14:creationId xmlns:p14="http://schemas.microsoft.com/office/powerpoint/2010/main" val="54179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E7123B11-A397-0947-CB04-EECD5535E8F9}"/>
              </a:ext>
            </a:extLst>
          </p:cNvPr>
          <p:cNvSpPr>
            <a:spLocks noGrp="1"/>
          </p:cNvSpPr>
          <p:nvPr>
            <p:ph idx="1"/>
          </p:nvPr>
        </p:nvSpPr>
        <p:spPr/>
        <p:txBody>
          <a:bodyPr>
            <a:normAutofit lnSpcReduction="10000"/>
          </a:bodyPr>
          <a:lstStyle/>
          <a:p>
            <a:pPr algn="just">
              <a:lnSpc>
                <a:spcPct val="100000"/>
              </a:lnSpc>
              <a:spcAft>
                <a:spcPts val="1200"/>
              </a:spcAft>
            </a:pPr>
            <a:r>
              <a:rPr lang="en-US" sz="2400" dirty="0">
                <a:latin typeface="+mj-lt"/>
              </a:rPr>
              <a:t>Databases and data storage: These technologies store, manage, and retrieve data used by software applications. Some popular databases include: MySQL, PostgreSQL and MongoDB. </a:t>
            </a:r>
          </a:p>
          <a:p>
            <a:pPr algn="just">
              <a:lnSpc>
                <a:spcPct val="100000"/>
              </a:lnSpc>
              <a:spcAft>
                <a:spcPts val="1200"/>
              </a:spcAft>
            </a:pPr>
            <a:r>
              <a:rPr lang="en-US" sz="2400" dirty="0">
                <a:latin typeface="+mj-lt"/>
              </a:rPr>
              <a:t>Cloud computing: Refers to the provision of computing services over the Internet, allowing users to access software, storage, and processing resources on demand. The most important cloud providers include Amazon Web Services (AWS), Microsoft Azure and the Google Cloud Platform (GCP).</a:t>
            </a:r>
          </a:p>
        </p:txBody>
      </p:sp>
      <p:sp>
        <p:nvSpPr>
          <p:cNvPr id="5" name="Τίτλος 4">
            <a:extLst>
              <a:ext uri="{FF2B5EF4-FFF2-40B4-BE49-F238E27FC236}">
                <a16:creationId xmlns:a16="http://schemas.microsoft.com/office/drawing/2014/main" id="{CFBAF5D6-D5F7-6DA1-976D-D98A1DE6C146}"/>
              </a:ext>
            </a:extLst>
          </p:cNvPr>
          <p:cNvSpPr>
            <a:spLocks noGrp="1"/>
          </p:cNvSpPr>
          <p:nvPr>
            <p:ph type="title"/>
          </p:nvPr>
        </p:nvSpPr>
        <p:spPr/>
        <p:txBody>
          <a:bodyPr/>
          <a:lstStyle/>
          <a:p>
            <a:r>
              <a:rPr lang="en-US" dirty="0"/>
              <a:t>Key areas</a:t>
            </a:r>
          </a:p>
        </p:txBody>
      </p:sp>
    </p:spTree>
    <p:extLst>
      <p:ext uri="{BB962C8B-B14F-4D97-AF65-F5344CB8AC3E}">
        <p14:creationId xmlns:p14="http://schemas.microsoft.com/office/powerpoint/2010/main" val="3633080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E7123B11-A397-0947-CB04-EECD5535E8F9}"/>
              </a:ext>
            </a:extLst>
          </p:cNvPr>
          <p:cNvSpPr>
            <a:spLocks noGrp="1"/>
          </p:cNvSpPr>
          <p:nvPr>
            <p:ph idx="1"/>
          </p:nvPr>
        </p:nvSpPr>
        <p:spPr/>
        <p:txBody>
          <a:bodyPr>
            <a:normAutofit/>
          </a:bodyPr>
          <a:lstStyle/>
          <a:p>
            <a:pPr algn="just">
              <a:lnSpc>
                <a:spcPct val="100000"/>
              </a:lnSpc>
              <a:spcAft>
                <a:spcPts val="1200"/>
              </a:spcAft>
            </a:pPr>
            <a:r>
              <a:rPr lang="en-US" sz="2400" dirty="0">
                <a:latin typeface="+mj-lt"/>
              </a:rPr>
              <a:t>Software Testing and Quality Assurance: These processes ensure that software systems meet specified requirements and function properly. Techniques include manual testing, automated testing, and performance testing.</a:t>
            </a:r>
          </a:p>
        </p:txBody>
      </p:sp>
      <p:sp>
        <p:nvSpPr>
          <p:cNvPr id="5" name="Τίτλος 4">
            <a:extLst>
              <a:ext uri="{FF2B5EF4-FFF2-40B4-BE49-F238E27FC236}">
                <a16:creationId xmlns:a16="http://schemas.microsoft.com/office/drawing/2014/main" id="{F7576DD8-ABDC-64A1-3514-B0732F4EC04A}"/>
              </a:ext>
            </a:extLst>
          </p:cNvPr>
          <p:cNvSpPr>
            <a:spLocks noGrp="1"/>
          </p:cNvSpPr>
          <p:nvPr>
            <p:ph type="title"/>
          </p:nvPr>
        </p:nvSpPr>
        <p:spPr/>
        <p:txBody>
          <a:bodyPr/>
          <a:lstStyle/>
          <a:p>
            <a:r>
              <a:rPr lang="en-US" dirty="0"/>
              <a:t>Key areas</a:t>
            </a:r>
          </a:p>
        </p:txBody>
      </p:sp>
    </p:spTree>
    <p:extLst>
      <p:ext uri="{BB962C8B-B14F-4D97-AF65-F5344CB8AC3E}">
        <p14:creationId xmlns:p14="http://schemas.microsoft.com/office/powerpoint/2010/main" val="1527273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C586D130-D918-B146-9ACE-50C545F7AE99}"/>
              </a:ext>
            </a:extLst>
          </p:cNvPr>
          <p:cNvSpPr>
            <a:spLocks noGrp="1"/>
          </p:cNvSpPr>
          <p:nvPr>
            <p:ph idx="1"/>
          </p:nvPr>
        </p:nvSpPr>
        <p:spPr>
          <a:xfrm>
            <a:off x="677334" y="2804682"/>
            <a:ext cx="8596668" cy="3443718"/>
          </a:xfrm>
        </p:spPr>
        <p:txBody>
          <a:bodyPr>
            <a:normAutofit fontScale="85000" lnSpcReduction="20000"/>
          </a:bodyPr>
          <a:lstStyle/>
          <a:p>
            <a:pPr algn="just">
              <a:lnSpc>
                <a:spcPct val="120000"/>
              </a:lnSpc>
              <a:spcAft>
                <a:spcPts val="1200"/>
              </a:spcAft>
            </a:pPr>
            <a:r>
              <a:rPr lang="en-US" sz="2400" dirty="0">
                <a:latin typeface="+mj-lt"/>
              </a:rPr>
              <a:t>Hardware: Hardware refers to the physical components of a computer system, such as the processor, memory, storage devices, and input/output devices. Hardware is responsible for executing the instructions provided by the software.</a:t>
            </a:r>
          </a:p>
          <a:p>
            <a:pPr algn="just">
              <a:lnSpc>
                <a:spcPct val="120000"/>
              </a:lnSpc>
              <a:spcAft>
                <a:spcPts val="1200"/>
              </a:spcAft>
            </a:pPr>
            <a:r>
              <a:rPr lang="en-US" sz="2400" dirty="0">
                <a:latin typeface="+mj-lt"/>
              </a:rPr>
              <a:t>In a computer-based system, software and hardware work together to perform various tasks. The software sends instructions to the hardware, which processes data according to these instructions and returns the results to the software. This interaction between software and hardware allows the system to perform complex operations and provide users with various features.</a:t>
            </a:r>
          </a:p>
        </p:txBody>
      </p:sp>
      <p:sp>
        <p:nvSpPr>
          <p:cNvPr id="5" name="Τίτλος 4">
            <a:extLst>
              <a:ext uri="{FF2B5EF4-FFF2-40B4-BE49-F238E27FC236}">
                <a16:creationId xmlns:a16="http://schemas.microsoft.com/office/drawing/2014/main" id="{0CB9552F-270B-D047-0B80-D40509AC5450}"/>
              </a:ext>
            </a:extLst>
          </p:cNvPr>
          <p:cNvSpPr>
            <a:spLocks noGrp="1"/>
          </p:cNvSpPr>
          <p:nvPr>
            <p:ph type="title"/>
          </p:nvPr>
        </p:nvSpPr>
        <p:spPr/>
        <p:txBody>
          <a:bodyPr/>
          <a:lstStyle/>
          <a:p>
            <a:r>
              <a:rPr lang="en-US" dirty="0"/>
              <a:t>Hardware</a:t>
            </a:r>
          </a:p>
        </p:txBody>
      </p:sp>
      <p:sp>
        <p:nvSpPr>
          <p:cNvPr id="4" name="Ορθογώνιο 3">
            <a:extLst>
              <a:ext uri="{FF2B5EF4-FFF2-40B4-BE49-F238E27FC236}">
                <a16:creationId xmlns:a16="http://schemas.microsoft.com/office/drawing/2014/main" id="{BE0915D4-C1BC-19E7-244A-F9E3452CABF8}"/>
              </a:ext>
            </a:extLst>
          </p:cNvPr>
          <p:cNvSpPr/>
          <p:nvPr/>
        </p:nvSpPr>
        <p:spPr>
          <a:xfrm>
            <a:off x="4365812" y="298626"/>
            <a:ext cx="3487270" cy="2391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445A3C4A-95E8-97F7-FD1B-DECB00C34D3E}"/>
              </a:ext>
            </a:extLst>
          </p:cNvPr>
          <p:cNvSpPr txBox="1"/>
          <p:nvPr/>
        </p:nvSpPr>
        <p:spPr>
          <a:xfrm>
            <a:off x="4365812" y="327184"/>
            <a:ext cx="3487270" cy="369332"/>
          </a:xfrm>
          <a:prstGeom prst="rect">
            <a:avLst/>
          </a:prstGeom>
          <a:noFill/>
        </p:spPr>
        <p:txBody>
          <a:bodyPr wrap="square">
            <a:spAutoFit/>
          </a:bodyPr>
          <a:lstStyle/>
          <a:p>
            <a:pPr algn="ctr"/>
            <a:r>
              <a:rPr lang="en-US" sz="1800" dirty="0">
                <a:solidFill>
                  <a:schemeClr val="bg1"/>
                </a:solidFill>
              </a:rPr>
              <a:t>Hardware - </a:t>
            </a:r>
            <a:r>
              <a:rPr lang="en-US" sz="1800" dirty="0" err="1">
                <a:solidFill>
                  <a:schemeClr val="bg1"/>
                </a:solidFill>
              </a:rPr>
              <a:t>Harware</a:t>
            </a:r>
            <a:endParaRPr lang="en-US" sz="1800" dirty="0">
              <a:solidFill>
                <a:schemeClr val="bg1"/>
              </a:solidFill>
            </a:endParaRPr>
          </a:p>
        </p:txBody>
      </p:sp>
      <p:sp>
        <p:nvSpPr>
          <p:cNvPr id="9" name="Ορθογώνιο 8">
            <a:extLst>
              <a:ext uri="{FF2B5EF4-FFF2-40B4-BE49-F238E27FC236}">
                <a16:creationId xmlns:a16="http://schemas.microsoft.com/office/drawing/2014/main" id="{77F4C41B-6099-CE1B-8425-3649371203FB}"/>
              </a:ext>
            </a:extLst>
          </p:cNvPr>
          <p:cNvSpPr/>
          <p:nvPr/>
        </p:nvSpPr>
        <p:spPr>
          <a:xfrm>
            <a:off x="4475630" y="696516"/>
            <a:ext cx="3171264" cy="1921178"/>
          </a:xfrm>
          <a:prstGeom prst="rect">
            <a:avLst/>
          </a:prstGeom>
          <a:solidFill>
            <a:schemeClr val="accent3"/>
          </a:solidFill>
          <a:ln>
            <a:prstDash val="sysDash"/>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B88D7E-CA97-F31F-676C-C3C5D9F9A9B1}"/>
              </a:ext>
            </a:extLst>
          </p:cNvPr>
          <p:cNvSpPr txBox="1"/>
          <p:nvPr/>
        </p:nvSpPr>
        <p:spPr>
          <a:xfrm>
            <a:off x="4344521" y="758203"/>
            <a:ext cx="3487270" cy="369332"/>
          </a:xfrm>
          <a:prstGeom prst="rect">
            <a:avLst/>
          </a:prstGeom>
          <a:noFill/>
        </p:spPr>
        <p:txBody>
          <a:bodyPr wrap="square">
            <a:spAutoFit/>
          </a:bodyPr>
          <a:lstStyle/>
          <a:p>
            <a:pPr algn="ctr"/>
            <a:r>
              <a:rPr lang="en-US" sz="1800" dirty="0">
                <a:solidFill>
                  <a:schemeClr val="bg1"/>
                </a:solidFill>
              </a:rPr>
              <a:t>Software -Software</a:t>
            </a:r>
          </a:p>
        </p:txBody>
      </p:sp>
      <p:sp>
        <p:nvSpPr>
          <p:cNvPr id="13" name="Ορθογώνιο 12">
            <a:extLst>
              <a:ext uri="{FF2B5EF4-FFF2-40B4-BE49-F238E27FC236}">
                <a16:creationId xmlns:a16="http://schemas.microsoft.com/office/drawing/2014/main" id="{2C188417-4BC3-06C1-3023-9212C771CB80}"/>
              </a:ext>
            </a:extLst>
          </p:cNvPr>
          <p:cNvSpPr/>
          <p:nvPr/>
        </p:nvSpPr>
        <p:spPr>
          <a:xfrm>
            <a:off x="4625787" y="1127535"/>
            <a:ext cx="2877671" cy="1364258"/>
          </a:xfrm>
          <a:prstGeom prst="rect">
            <a:avLst/>
          </a:prstGeom>
          <a:solidFill>
            <a:schemeClr val="accent4"/>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528933C-B26B-C9C0-19F4-BDF4322C815B}"/>
              </a:ext>
            </a:extLst>
          </p:cNvPr>
          <p:cNvSpPr txBox="1"/>
          <p:nvPr/>
        </p:nvSpPr>
        <p:spPr>
          <a:xfrm>
            <a:off x="4475630" y="1170993"/>
            <a:ext cx="3356161" cy="369332"/>
          </a:xfrm>
          <a:prstGeom prst="rect">
            <a:avLst/>
          </a:prstGeom>
          <a:noFill/>
        </p:spPr>
        <p:txBody>
          <a:bodyPr wrap="square">
            <a:spAutoFit/>
          </a:bodyPr>
          <a:lstStyle/>
          <a:p>
            <a:pPr algn="ctr"/>
            <a:r>
              <a:rPr lang="en-US" sz="1800" dirty="0">
                <a:solidFill>
                  <a:schemeClr val="bg1"/>
                </a:solidFill>
              </a:rPr>
              <a:t>Software</a:t>
            </a:r>
            <a:r>
              <a:rPr lang="en-US" dirty="0">
                <a:solidFill>
                  <a:schemeClr val="bg1"/>
                </a:solidFill>
              </a:rPr>
              <a:t> System</a:t>
            </a:r>
            <a:endParaRPr lang="en-US" sz="1800" dirty="0">
              <a:solidFill>
                <a:schemeClr val="bg1"/>
              </a:solidFill>
            </a:endParaRPr>
          </a:p>
        </p:txBody>
      </p:sp>
      <p:sp>
        <p:nvSpPr>
          <p:cNvPr id="17" name="Ορθογώνιο 16">
            <a:extLst>
              <a:ext uri="{FF2B5EF4-FFF2-40B4-BE49-F238E27FC236}">
                <a16:creationId xmlns:a16="http://schemas.microsoft.com/office/drawing/2014/main" id="{EFCC482F-E8FB-CFB7-88DD-916AFDE4AAAD}"/>
              </a:ext>
            </a:extLst>
          </p:cNvPr>
          <p:cNvSpPr/>
          <p:nvPr/>
        </p:nvSpPr>
        <p:spPr>
          <a:xfrm>
            <a:off x="4778188" y="1540325"/>
            <a:ext cx="2599765" cy="830824"/>
          </a:xfrm>
          <a:prstGeom prst="rect">
            <a:avLst/>
          </a:prstGeom>
          <a:solidFill>
            <a:schemeClr val="accent4">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94E827A-AA9A-34DD-B70F-AA0062B1CDB9}"/>
              </a:ext>
            </a:extLst>
          </p:cNvPr>
          <p:cNvSpPr txBox="1"/>
          <p:nvPr/>
        </p:nvSpPr>
        <p:spPr>
          <a:xfrm>
            <a:off x="4431366" y="1561068"/>
            <a:ext cx="3356161" cy="369332"/>
          </a:xfrm>
          <a:prstGeom prst="rect">
            <a:avLst/>
          </a:prstGeom>
          <a:noFill/>
        </p:spPr>
        <p:txBody>
          <a:bodyPr wrap="square">
            <a:spAutoFit/>
          </a:bodyPr>
          <a:lstStyle/>
          <a:p>
            <a:pPr algn="ctr"/>
            <a:r>
              <a:rPr lang="en-US" sz="1800" dirty="0">
                <a:solidFill>
                  <a:schemeClr val="bg1"/>
                </a:solidFill>
              </a:rPr>
              <a:t>Application Software</a:t>
            </a:r>
          </a:p>
        </p:txBody>
      </p:sp>
    </p:spTree>
    <p:extLst>
      <p:ext uri="{BB962C8B-B14F-4D97-AF65-F5344CB8AC3E}">
        <p14:creationId xmlns:p14="http://schemas.microsoft.com/office/powerpoint/2010/main" val="3346207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A34354EF-BA78-BA0A-085F-4A6CAD86E74D}"/>
              </a:ext>
            </a:extLst>
          </p:cNvPr>
          <p:cNvSpPr>
            <a:spLocks noGrp="1"/>
          </p:cNvSpPr>
          <p:nvPr>
            <p:ph idx="1"/>
          </p:nvPr>
        </p:nvSpPr>
        <p:spPr>
          <a:xfrm>
            <a:off x="677334" y="2861125"/>
            <a:ext cx="8596668" cy="3780872"/>
          </a:xfrm>
        </p:spPr>
        <p:txBody>
          <a:bodyPr>
            <a:normAutofit fontScale="70000" lnSpcReduction="20000"/>
          </a:bodyPr>
          <a:lstStyle/>
          <a:p>
            <a:pPr algn="just">
              <a:lnSpc>
                <a:spcPct val="140000"/>
              </a:lnSpc>
              <a:spcAft>
                <a:spcPts val="1200"/>
              </a:spcAft>
            </a:pPr>
            <a:r>
              <a:rPr lang="en-US" sz="2400" dirty="0">
                <a:latin typeface="+mj-lt"/>
              </a:rPr>
              <a:t>Software: Software is a collection of programs, data, and instructions that tell hardware what to do and how to do it. It acts as the “brain” of the system, controlling the hardware and managing resources. Software can be classified into two main categories:</a:t>
            </a:r>
          </a:p>
          <a:p>
            <a:pPr algn="just">
              <a:lnSpc>
                <a:spcPct val="140000"/>
              </a:lnSpc>
              <a:spcAft>
                <a:spcPts val="1200"/>
              </a:spcAft>
            </a:pPr>
            <a:r>
              <a:rPr lang="en-US" sz="2400" dirty="0">
                <a:latin typeface="+mj-lt"/>
              </a:rPr>
              <a:t>System software: This type of software manages the system hardware and provides a platform for running application software. Examples of system software include operating systems (e.g., Windows,</a:t>
            </a:r>
            <a:r>
              <a:rPr lang="en-US" sz="2400" dirty="0" err="1">
                <a:latin typeface="+mj-lt"/>
              </a:rPr>
              <a:t> macOS</a:t>
            </a:r>
            <a:r>
              <a:rPr lang="en-US" sz="2400" dirty="0">
                <a:latin typeface="+mj-lt"/>
              </a:rPr>
              <a:t>, </a:t>
            </a:r>
            <a:r>
              <a:rPr lang="en-US" sz="2400" dirty="0" err="1">
                <a:latin typeface="+mj-lt"/>
              </a:rPr>
              <a:t>Linux</a:t>
            </a:r>
            <a:r>
              <a:rPr lang="en-US" sz="2400" dirty="0">
                <a:latin typeface="+mj-lt"/>
              </a:rPr>
              <a:t>), device drivers and utilities.</a:t>
            </a:r>
          </a:p>
          <a:p>
            <a:pPr algn="just">
              <a:lnSpc>
                <a:spcPct val="140000"/>
              </a:lnSpc>
              <a:spcAft>
                <a:spcPts val="1200"/>
              </a:spcAft>
            </a:pPr>
            <a:r>
              <a:rPr lang="en-US" sz="2400" dirty="0">
                <a:latin typeface="+mj-lt"/>
              </a:rPr>
              <a:t>Application software: This type of software is designed for specific tasks or applications, such as word processing, web browsing, or gaming. Ex: Office,</a:t>
            </a:r>
            <a:r>
              <a:rPr lang="en-US" sz="2400" dirty="0" err="1">
                <a:latin typeface="+mj-lt"/>
              </a:rPr>
              <a:t> Chrome</a:t>
            </a:r>
            <a:r>
              <a:rPr lang="en-US" sz="2400" dirty="0">
                <a:latin typeface="+mj-lt"/>
              </a:rPr>
              <a:t>, </a:t>
            </a:r>
            <a:r>
              <a:rPr lang="en-US" sz="2400" dirty="0" err="1">
                <a:latin typeface="+mj-lt"/>
              </a:rPr>
              <a:t>Firefox</a:t>
            </a:r>
            <a:r>
              <a:rPr lang="en-US" sz="2400" dirty="0">
                <a:latin typeface="+mj-lt"/>
              </a:rPr>
              <a:t> etc.</a:t>
            </a:r>
          </a:p>
        </p:txBody>
      </p:sp>
      <p:sp>
        <p:nvSpPr>
          <p:cNvPr id="5" name="Τίτλος 4">
            <a:extLst>
              <a:ext uri="{FF2B5EF4-FFF2-40B4-BE49-F238E27FC236}">
                <a16:creationId xmlns:a16="http://schemas.microsoft.com/office/drawing/2014/main" id="{E3F5E7E3-F088-CE43-9418-A3A6B16993EE}"/>
              </a:ext>
            </a:extLst>
          </p:cNvPr>
          <p:cNvSpPr>
            <a:spLocks noGrp="1"/>
          </p:cNvSpPr>
          <p:nvPr>
            <p:ph type="title"/>
          </p:nvPr>
        </p:nvSpPr>
        <p:spPr/>
        <p:txBody>
          <a:bodyPr/>
          <a:lstStyle/>
          <a:p>
            <a:r>
              <a:rPr lang="en-US" dirty="0"/>
              <a:t>Software</a:t>
            </a:r>
          </a:p>
        </p:txBody>
      </p:sp>
      <p:sp>
        <p:nvSpPr>
          <p:cNvPr id="6" name="Ορθογώνιο 5">
            <a:extLst>
              <a:ext uri="{FF2B5EF4-FFF2-40B4-BE49-F238E27FC236}">
                <a16:creationId xmlns:a16="http://schemas.microsoft.com/office/drawing/2014/main" id="{167C7059-CBC0-5B29-A8F9-9E401AA7DE45}"/>
              </a:ext>
            </a:extLst>
          </p:cNvPr>
          <p:cNvSpPr/>
          <p:nvPr/>
        </p:nvSpPr>
        <p:spPr>
          <a:xfrm>
            <a:off x="4365812" y="298626"/>
            <a:ext cx="3487270" cy="2391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A3C400FC-DA28-A7C2-42C6-E85FA2A15979}"/>
              </a:ext>
            </a:extLst>
          </p:cNvPr>
          <p:cNvSpPr txBox="1"/>
          <p:nvPr/>
        </p:nvSpPr>
        <p:spPr>
          <a:xfrm>
            <a:off x="4365812" y="327184"/>
            <a:ext cx="3487270" cy="369332"/>
          </a:xfrm>
          <a:prstGeom prst="rect">
            <a:avLst/>
          </a:prstGeom>
          <a:noFill/>
        </p:spPr>
        <p:txBody>
          <a:bodyPr wrap="square">
            <a:spAutoFit/>
          </a:bodyPr>
          <a:lstStyle/>
          <a:p>
            <a:pPr algn="ctr"/>
            <a:r>
              <a:rPr lang="en-US" sz="1800" dirty="0">
                <a:solidFill>
                  <a:schemeClr val="bg1"/>
                </a:solidFill>
              </a:rPr>
              <a:t>Hardware - </a:t>
            </a:r>
            <a:r>
              <a:rPr lang="en-US" sz="1800" dirty="0" err="1">
                <a:solidFill>
                  <a:schemeClr val="bg1"/>
                </a:solidFill>
              </a:rPr>
              <a:t>Harware</a:t>
            </a:r>
            <a:endParaRPr lang="en-US" sz="1800" dirty="0">
              <a:solidFill>
                <a:schemeClr val="bg1"/>
              </a:solidFill>
            </a:endParaRPr>
          </a:p>
        </p:txBody>
      </p:sp>
      <p:sp>
        <p:nvSpPr>
          <p:cNvPr id="9" name="Ορθογώνιο 8">
            <a:extLst>
              <a:ext uri="{FF2B5EF4-FFF2-40B4-BE49-F238E27FC236}">
                <a16:creationId xmlns:a16="http://schemas.microsoft.com/office/drawing/2014/main" id="{031CF56C-4B9F-D301-5728-4593679A5C7C}"/>
              </a:ext>
            </a:extLst>
          </p:cNvPr>
          <p:cNvSpPr/>
          <p:nvPr/>
        </p:nvSpPr>
        <p:spPr>
          <a:xfrm>
            <a:off x="4475630" y="696516"/>
            <a:ext cx="3171264" cy="1921178"/>
          </a:xfrm>
          <a:prstGeom prst="rect">
            <a:avLst/>
          </a:prstGeom>
          <a:solidFill>
            <a:schemeClr val="accent3"/>
          </a:solidFill>
          <a:ln>
            <a:prstDash val="sysDash"/>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0D22EF2-412D-B423-FE23-C86DC205E1E4}"/>
              </a:ext>
            </a:extLst>
          </p:cNvPr>
          <p:cNvSpPr txBox="1"/>
          <p:nvPr/>
        </p:nvSpPr>
        <p:spPr>
          <a:xfrm>
            <a:off x="4344521" y="758203"/>
            <a:ext cx="3487270" cy="369332"/>
          </a:xfrm>
          <a:prstGeom prst="rect">
            <a:avLst/>
          </a:prstGeom>
          <a:noFill/>
        </p:spPr>
        <p:txBody>
          <a:bodyPr wrap="square">
            <a:spAutoFit/>
          </a:bodyPr>
          <a:lstStyle/>
          <a:p>
            <a:pPr algn="ctr"/>
            <a:r>
              <a:rPr lang="en-US" sz="1800" dirty="0">
                <a:solidFill>
                  <a:schemeClr val="bg1"/>
                </a:solidFill>
              </a:rPr>
              <a:t>Software -Software</a:t>
            </a:r>
          </a:p>
        </p:txBody>
      </p:sp>
      <p:sp>
        <p:nvSpPr>
          <p:cNvPr id="12" name="Ορθογώνιο 11">
            <a:extLst>
              <a:ext uri="{FF2B5EF4-FFF2-40B4-BE49-F238E27FC236}">
                <a16:creationId xmlns:a16="http://schemas.microsoft.com/office/drawing/2014/main" id="{762FF41E-2F9F-EB11-C3EC-B1EFDF24685C}"/>
              </a:ext>
            </a:extLst>
          </p:cNvPr>
          <p:cNvSpPr/>
          <p:nvPr/>
        </p:nvSpPr>
        <p:spPr>
          <a:xfrm>
            <a:off x="4625787" y="1127535"/>
            <a:ext cx="2877671" cy="1364258"/>
          </a:xfrm>
          <a:prstGeom prst="rect">
            <a:avLst/>
          </a:prstGeom>
          <a:solidFill>
            <a:schemeClr val="accent4"/>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97175CE-6234-DA2B-3CC0-C45A79353FD4}"/>
              </a:ext>
            </a:extLst>
          </p:cNvPr>
          <p:cNvSpPr txBox="1"/>
          <p:nvPr/>
        </p:nvSpPr>
        <p:spPr>
          <a:xfrm>
            <a:off x="4475630" y="1170993"/>
            <a:ext cx="3356161" cy="369332"/>
          </a:xfrm>
          <a:prstGeom prst="rect">
            <a:avLst/>
          </a:prstGeom>
          <a:noFill/>
        </p:spPr>
        <p:txBody>
          <a:bodyPr wrap="square">
            <a:spAutoFit/>
          </a:bodyPr>
          <a:lstStyle/>
          <a:p>
            <a:pPr algn="ctr"/>
            <a:r>
              <a:rPr lang="en-US" sz="1800" dirty="0">
                <a:solidFill>
                  <a:schemeClr val="bg1"/>
                </a:solidFill>
              </a:rPr>
              <a:t>Software</a:t>
            </a:r>
            <a:r>
              <a:rPr lang="en-US" dirty="0">
                <a:solidFill>
                  <a:schemeClr val="bg1"/>
                </a:solidFill>
              </a:rPr>
              <a:t> System</a:t>
            </a:r>
            <a:endParaRPr lang="en-US" sz="1800" dirty="0">
              <a:solidFill>
                <a:schemeClr val="bg1"/>
              </a:solidFill>
            </a:endParaRPr>
          </a:p>
        </p:txBody>
      </p:sp>
      <p:sp>
        <p:nvSpPr>
          <p:cNvPr id="15" name="Ορθογώνιο 14">
            <a:extLst>
              <a:ext uri="{FF2B5EF4-FFF2-40B4-BE49-F238E27FC236}">
                <a16:creationId xmlns:a16="http://schemas.microsoft.com/office/drawing/2014/main" id="{B8F07EB4-3F18-B737-8BB2-0201F770D576}"/>
              </a:ext>
            </a:extLst>
          </p:cNvPr>
          <p:cNvSpPr/>
          <p:nvPr/>
        </p:nvSpPr>
        <p:spPr>
          <a:xfrm>
            <a:off x="4778188" y="1540325"/>
            <a:ext cx="2599765" cy="830824"/>
          </a:xfrm>
          <a:prstGeom prst="rect">
            <a:avLst/>
          </a:prstGeom>
          <a:solidFill>
            <a:schemeClr val="accent4">
              <a:lumMod val="75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F0E9ED2-2F9C-02B3-51A9-5635CFC28A39}"/>
              </a:ext>
            </a:extLst>
          </p:cNvPr>
          <p:cNvSpPr txBox="1"/>
          <p:nvPr/>
        </p:nvSpPr>
        <p:spPr>
          <a:xfrm>
            <a:off x="4431366" y="1561068"/>
            <a:ext cx="3356161" cy="369332"/>
          </a:xfrm>
          <a:prstGeom prst="rect">
            <a:avLst/>
          </a:prstGeom>
          <a:noFill/>
        </p:spPr>
        <p:txBody>
          <a:bodyPr wrap="square">
            <a:spAutoFit/>
          </a:bodyPr>
          <a:lstStyle/>
          <a:p>
            <a:pPr algn="ctr"/>
            <a:r>
              <a:rPr lang="en-US" sz="1800" dirty="0">
                <a:solidFill>
                  <a:schemeClr val="bg1"/>
                </a:solidFill>
              </a:rPr>
              <a:t>Application Software</a:t>
            </a:r>
          </a:p>
        </p:txBody>
      </p:sp>
    </p:spTree>
    <p:extLst>
      <p:ext uri="{BB962C8B-B14F-4D97-AF65-F5344CB8AC3E}">
        <p14:creationId xmlns:p14="http://schemas.microsoft.com/office/powerpoint/2010/main" val="1071379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F71C112-0379-B3D1-5E06-AFD764620BD2}"/>
              </a:ext>
            </a:extLst>
          </p:cNvPr>
          <p:cNvSpPr>
            <a:spLocks noGrp="1"/>
          </p:cNvSpPr>
          <p:nvPr>
            <p:ph type="title"/>
          </p:nvPr>
        </p:nvSpPr>
        <p:spPr/>
        <p:txBody>
          <a:bodyPr>
            <a:normAutofit fontScale="90000"/>
          </a:bodyPr>
          <a:lstStyle/>
          <a:p>
            <a:r>
              <a:rPr lang="en-US" dirty="0"/>
              <a:t>Software Lifecycle —</a:t>
            </a:r>
            <a:br>
              <a:rPr lang="en-US" dirty="0"/>
            </a:br>
            <a:r>
              <a:rPr lang="en-US" dirty="0"/>
              <a:t>Software Development Lifecycle</a:t>
            </a:r>
            <a:br>
              <a:rPr lang="en-US" dirty="0"/>
            </a:br>
            <a:endParaRPr lang="en-US" dirty="0"/>
          </a:p>
        </p:txBody>
      </p:sp>
      <p:sp>
        <p:nvSpPr>
          <p:cNvPr id="4" name="Box 20">
            <a:extLst>
              <a:ext uri="{FF2B5EF4-FFF2-40B4-BE49-F238E27FC236}">
                <a16:creationId xmlns:a16="http://schemas.microsoft.com/office/drawing/2014/main" id="{A0E0615C-0F9A-085E-603E-61C4A67C1825}"/>
              </a:ext>
            </a:extLst>
          </p:cNvPr>
          <p:cNvSpPr/>
          <p:nvPr/>
        </p:nvSpPr>
        <p:spPr>
          <a:xfrm>
            <a:off x="160462" y="2057400"/>
            <a:ext cx="1444752" cy="960120"/>
          </a:xfrm>
          <a:prstGeom prst="roundRect">
            <a:avLst/>
          </a:prstGeom>
          <a:solidFill>
            <a:srgbClr val="EEF1FF"/>
          </a:solidFill>
          <a:ln w="12700">
            <a:solidFill>
              <a:srgbClr val="CCD5FF"/>
            </a:solidFill>
          </a:ln>
        </p:spPr>
      </p:sp>
      <p:sp>
        <p:nvSpPr>
          <p:cNvPr id="5" name="Text 21">
            <a:extLst>
              <a:ext uri="{FF2B5EF4-FFF2-40B4-BE49-F238E27FC236}">
                <a16:creationId xmlns:a16="http://schemas.microsoft.com/office/drawing/2014/main" id="{16B99F6D-E9C4-9B71-4688-6CC8ADACCC2C}"/>
              </a:ext>
            </a:extLst>
          </p:cNvPr>
          <p:cNvSpPr/>
          <p:nvPr/>
        </p:nvSpPr>
        <p:spPr>
          <a:xfrm>
            <a:off x="315910" y="2340864"/>
            <a:ext cx="1179576" cy="411480"/>
          </a:xfrm>
          <a:prstGeom prst="rect">
            <a:avLst/>
          </a:prstGeom>
          <a:noFill/>
          <a:ln>
            <a:noFill/>
          </a:ln>
        </p:spPr>
        <p:txBody>
          <a:bodyPr wrap="square" lIns="0" tIns="0" rIns="0" bIns="0" anchor="ctr"/>
          <a:lstStyle/>
          <a:p>
            <a:pPr algn="l"/>
            <a:r>
              <a:rPr lang="en-US" sz="1400" b="1" dirty="0">
                <a:solidFill>
                  <a:srgbClr val="3D58C8"/>
                </a:solidFill>
                <a:latin typeface="Aptos"/>
              </a:rPr>
              <a:t>Need &amp;</a:t>
            </a:r>
            <a:endParaRPr lang="en-US" sz="1400" dirty="0"/>
          </a:p>
          <a:p>
            <a:pPr algn="l"/>
            <a:r>
              <a:rPr lang="en-US" sz="1400" b="1" dirty="0">
                <a:solidFill>
                  <a:srgbClr val="3D58C8"/>
                </a:solidFill>
                <a:latin typeface="Aptos"/>
              </a:rPr>
              <a:t>Requirements</a:t>
            </a:r>
            <a:endParaRPr lang="en-US" sz="1400" dirty="0"/>
          </a:p>
        </p:txBody>
      </p:sp>
      <p:cxnSp>
        <p:nvCxnSpPr>
          <p:cNvPr id="6" name="Line 22">
            <a:extLst>
              <a:ext uri="{FF2B5EF4-FFF2-40B4-BE49-F238E27FC236}">
                <a16:creationId xmlns:a16="http://schemas.microsoft.com/office/drawing/2014/main" id="{E80D7E32-74D5-0FB6-12CE-187F5C43EFD7}"/>
              </a:ext>
            </a:extLst>
          </p:cNvPr>
          <p:cNvCxnSpPr/>
          <p:nvPr/>
        </p:nvCxnSpPr>
        <p:spPr>
          <a:xfrm>
            <a:off x="1605214" y="2542032"/>
            <a:ext cx="320040" cy="0"/>
          </a:xfrm>
          <a:prstGeom prst="line">
            <a:avLst/>
          </a:prstGeom>
          <a:ln w="25400">
            <a:solidFill>
              <a:srgbClr val="AAB4C3"/>
            </a:solidFill>
            <a:tailEnd type="triangle"/>
          </a:ln>
        </p:spPr>
      </p:cxnSp>
      <p:sp>
        <p:nvSpPr>
          <p:cNvPr id="7" name="Box 30">
            <a:extLst>
              <a:ext uri="{FF2B5EF4-FFF2-40B4-BE49-F238E27FC236}">
                <a16:creationId xmlns:a16="http://schemas.microsoft.com/office/drawing/2014/main" id="{B8315F6D-4B90-ADA8-BC28-C0B1117F0F02}"/>
              </a:ext>
            </a:extLst>
          </p:cNvPr>
          <p:cNvSpPr/>
          <p:nvPr/>
        </p:nvSpPr>
        <p:spPr>
          <a:xfrm>
            <a:off x="1961830" y="2057400"/>
            <a:ext cx="1417320" cy="960120"/>
          </a:xfrm>
          <a:prstGeom prst="roundRect">
            <a:avLst/>
          </a:prstGeom>
          <a:solidFill>
            <a:srgbClr val="EAF7F5"/>
          </a:solidFill>
          <a:ln w="12700">
            <a:solidFill>
              <a:srgbClr val="BFEAE4"/>
            </a:solidFill>
          </a:ln>
        </p:spPr>
      </p:sp>
      <p:sp>
        <p:nvSpPr>
          <p:cNvPr id="8" name="Text 31">
            <a:extLst>
              <a:ext uri="{FF2B5EF4-FFF2-40B4-BE49-F238E27FC236}">
                <a16:creationId xmlns:a16="http://schemas.microsoft.com/office/drawing/2014/main" id="{C4F494BD-8A23-B876-D786-C37A9F3CA10A}"/>
              </a:ext>
            </a:extLst>
          </p:cNvPr>
          <p:cNvSpPr/>
          <p:nvPr/>
        </p:nvSpPr>
        <p:spPr>
          <a:xfrm>
            <a:off x="2117278" y="2340864"/>
            <a:ext cx="1097280" cy="411480"/>
          </a:xfrm>
          <a:prstGeom prst="rect">
            <a:avLst/>
          </a:prstGeom>
          <a:noFill/>
          <a:ln>
            <a:noFill/>
          </a:ln>
        </p:spPr>
        <p:txBody>
          <a:bodyPr wrap="square" lIns="0" tIns="0" rIns="0" bIns="0" anchor="ctr"/>
          <a:lstStyle/>
          <a:p>
            <a:pPr algn="l"/>
            <a:r>
              <a:rPr lang="en-US" sz="1400" b="1">
                <a:solidFill>
                  <a:srgbClr val="176F65"/>
                </a:solidFill>
                <a:latin typeface="Aptos"/>
              </a:rPr>
              <a:t>Analysis &amp;</a:t>
            </a:r>
            <a:endParaRPr lang="en-US" sz="1400"/>
          </a:p>
          <a:p>
            <a:pPr algn="l"/>
            <a:r>
              <a:rPr lang="en-US" sz="1400" b="1">
                <a:solidFill>
                  <a:srgbClr val="176F65"/>
                </a:solidFill>
                <a:latin typeface="Aptos"/>
              </a:rPr>
              <a:t>design</a:t>
            </a:r>
            <a:endParaRPr lang="en-US" sz="1400"/>
          </a:p>
        </p:txBody>
      </p:sp>
      <p:cxnSp>
        <p:nvCxnSpPr>
          <p:cNvPr id="9" name="Line 32">
            <a:extLst>
              <a:ext uri="{FF2B5EF4-FFF2-40B4-BE49-F238E27FC236}">
                <a16:creationId xmlns:a16="http://schemas.microsoft.com/office/drawing/2014/main" id="{48B131DE-F289-C599-0913-1EF9A49AF1AC}"/>
              </a:ext>
            </a:extLst>
          </p:cNvPr>
          <p:cNvCxnSpPr/>
          <p:nvPr/>
        </p:nvCxnSpPr>
        <p:spPr>
          <a:xfrm>
            <a:off x="3406582" y="2542032"/>
            <a:ext cx="320040" cy="0"/>
          </a:xfrm>
          <a:prstGeom prst="line">
            <a:avLst/>
          </a:prstGeom>
          <a:ln w="25400">
            <a:solidFill>
              <a:srgbClr val="AAB4C3"/>
            </a:solidFill>
            <a:tailEnd type="triangle"/>
          </a:ln>
        </p:spPr>
      </p:cxnSp>
      <p:sp>
        <p:nvSpPr>
          <p:cNvPr id="10" name="Box 40">
            <a:extLst>
              <a:ext uri="{FF2B5EF4-FFF2-40B4-BE49-F238E27FC236}">
                <a16:creationId xmlns:a16="http://schemas.microsoft.com/office/drawing/2014/main" id="{DE534EA1-4850-219A-F327-99CE4D62BCF7}"/>
              </a:ext>
            </a:extLst>
          </p:cNvPr>
          <p:cNvSpPr/>
          <p:nvPr/>
        </p:nvSpPr>
        <p:spPr>
          <a:xfrm>
            <a:off x="3763198" y="2057400"/>
            <a:ext cx="1417320" cy="960120"/>
          </a:xfrm>
          <a:prstGeom prst="roundRect">
            <a:avLst/>
          </a:prstGeom>
          <a:solidFill>
            <a:srgbClr val="FFF5E5"/>
          </a:solidFill>
          <a:ln w="12700">
            <a:solidFill>
              <a:srgbClr val="F8D99D"/>
            </a:solidFill>
          </a:ln>
        </p:spPr>
      </p:sp>
      <p:sp>
        <p:nvSpPr>
          <p:cNvPr id="11" name="Text 41">
            <a:extLst>
              <a:ext uri="{FF2B5EF4-FFF2-40B4-BE49-F238E27FC236}">
                <a16:creationId xmlns:a16="http://schemas.microsoft.com/office/drawing/2014/main" id="{A25DA50F-DF8B-D13C-5655-508BB34158A7}"/>
              </a:ext>
            </a:extLst>
          </p:cNvPr>
          <p:cNvSpPr/>
          <p:nvPr/>
        </p:nvSpPr>
        <p:spPr>
          <a:xfrm>
            <a:off x="3918646" y="2340864"/>
            <a:ext cx="1097280" cy="411480"/>
          </a:xfrm>
          <a:prstGeom prst="rect">
            <a:avLst/>
          </a:prstGeom>
          <a:noFill/>
          <a:ln>
            <a:noFill/>
          </a:ln>
        </p:spPr>
        <p:txBody>
          <a:bodyPr wrap="square" lIns="0" tIns="0" rIns="0" bIns="0" anchor="ctr"/>
          <a:lstStyle/>
          <a:p>
            <a:pPr algn="l"/>
            <a:r>
              <a:rPr lang="en-US" sz="1400" b="1" dirty="0">
                <a:solidFill>
                  <a:srgbClr val="8A5A12"/>
                </a:solidFill>
                <a:latin typeface="Aptos"/>
              </a:rPr>
              <a:t>Implementation</a:t>
            </a:r>
            <a:endParaRPr lang="en-US" sz="1400" dirty="0"/>
          </a:p>
        </p:txBody>
      </p:sp>
      <p:cxnSp>
        <p:nvCxnSpPr>
          <p:cNvPr id="12" name="Line 42">
            <a:extLst>
              <a:ext uri="{FF2B5EF4-FFF2-40B4-BE49-F238E27FC236}">
                <a16:creationId xmlns:a16="http://schemas.microsoft.com/office/drawing/2014/main" id="{F9837571-E25A-6494-2570-526A4727835D}"/>
              </a:ext>
            </a:extLst>
          </p:cNvPr>
          <p:cNvCxnSpPr/>
          <p:nvPr/>
        </p:nvCxnSpPr>
        <p:spPr>
          <a:xfrm>
            <a:off x="5207950" y="2542032"/>
            <a:ext cx="320040" cy="0"/>
          </a:xfrm>
          <a:prstGeom prst="line">
            <a:avLst/>
          </a:prstGeom>
          <a:ln w="25400">
            <a:solidFill>
              <a:srgbClr val="AAB4C3"/>
            </a:solidFill>
            <a:tailEnd type="triangle"/>
          </a:ln>
        </p:spPr>
      </p:cxnSp>
      <p:sp>
        <p:nvSpPr>
          <p:cNvPr id="13" name="Box 50">
            <a:extLst>
              <a:ext uri="{FF2B5EF4-FFF2-40B4-BE49-F238E27FC236}">
                <a16:creationId xmlns:a16="http://schemas.microsoft.com/office/drawing/2014/main" id="{42CFE46C-8435-83DA-8E53-B2EF28D93D3C}"/>
              </a:ext>
            </a:extLst>
          </p:cNvPr>
          <p:cNvSpPr/>
          <p:nvPr/>
        </p:nvSpPr>
        <p:spPr>
          <a:xfrm>
            <a:off x="5564566" y="2057400"/>
            <a:ext cx="1417320" cy="960120"/>
          </a:xfrm>
          <a:prstGeom prst="roundRect">
            <a:avLst/>
          </a:prstGeom>
          <a:solidFill>
            <a:srgbClr val="FFF0ED"/>
          </a:solidFill>
          <a:ln w="12700">
            <a:solidFill>
              <a:srgbClr val="F0BEB2"/>
            </a:solidFill>
          </a:ln>
        </p:spPr>
      </p:sp>
      <p:sp>
        <p:nvSpPr>
          <p:cNvPr id="14" name="Text 51">
            <a:extLst>
              <a:ext uri="{FF2B5EF4-FFF2-40B4-BE49-F238E27FC236}">
                <a16:creationId xmlns:a16="http://schemas.microsoft.com/office/drawing/2014/main" id="{D3137B40-5E02-F38E-E6C4-30DEBE485D4D}"/>
              </a:ext>
            </a:extLst>
          </p:cNvPr>
          <p:cNvSpPr/>
          <p:nvPr/>
        </p:nvSpPr>
        <p:spPr>
          <a:xfrm>
            <a:off x="5720014" y="2340864"/>
            <a:ext cx="1097280" cy="411480"/>
          </a:xfrm>
          <a:prstGeom prst="rect">
            <a:avLst/>
          </a:prstGeom>
          <a:noFill/>
          <a:ln>
            <a:noFill/>
          </a:ln>
        </p:spPr>
        <p:txBody>
          <a:bodyPr wrap="square" lIns="0" tIns="0" rIns="0" bIns="0" anchor="ctr"/>
          <a:lstStyle/>
          <a:p>
            <a:pPr algn="l"/>
            <a:r>
              <a:rPr lang="en-US" sz="1400" b="1">
                <a:solidFill>
                  <a:srgbClr val="9A3E2A"/>
                </a:solidFill>
                <a:latin typeface="Aptos"/>
              </a:rPr>
              <a:t>Tests</a:t>
            </a:r>
            <a:endParaRPr lang="en-US" sz="1400"/>
          </a:p>
        </p:txBody>
      </p:sp>
      <p:cxnSp>
        <p:nvCxnSpPr>
          <p:cNvPr id="15" name="Line 52">
            <a:extLst>
              <a:ext uri="{FF2B5EF4-FFF2-40B4-BE49-F238E27FC236}">
                <a16:creationId xmlns:a16="http://schemas.microsoft.com/office/drawing/2014/main" id="{71AD0937-788B-2403-C343-7E7F5808E3DB}"/>
              </a:ext>
            </a:extLst>
          </p:cNvPr>
          <p:cNvCxnSpPr/>
          <p:nvPr/>
        </p:nvCxnSpPr>
        <p:spPr>
          <a:xfrm>
            <a:off x="7009318" y="2542032"/>
            <a:ext cx="320040" cy="0"/>
          </a:xfrm>
          <a:prstGeom prst="line">
            <a:avLst/>
          </a:prstGeom>
          <a:ln w="25400">
            <a:solidFill>
              <a:srgbClr val="AAB4C3"/>
            </a:solidFill>
            <a:tailEnd type="triangle"/>
          </a:ln>
        </p:spPr>
      </p:cxnSp>
      <p:sp>
        <p:nvSpPr>
          <p:cNvPr id="16" name="Box 60">
            <a:extLst>
              <a:ext uri="{FF2B5EF4-FFF2-40B4-BE49-F238E27FC236}">
                <a16:creationId xmlns:a16="http://schemas.microsoft.com/office/drawing/2014/main" id="{4367564D-1D7F-CE18-A077-957CA9EBE227}"/>
              </a:ext>
            </a:extLst>
          </p:cNvPr>
          <p:cNvSpPr/>
          <p:nvPr/>
        </p:nvSpPr>
        <p:spPr>
          <a:xfrm>
            <a:off x="7365934" y="2057400"/>
            <a:ext cx="1417320" cy="960120"/>
          </a:xfrm>
          <a:prstGeom prst="roundRect">
            <a:avLst/>
          </a:prstGeom>
          <a:solidFill>
            <a:srgbClr val="F0ECFA"/>
          </a:solidFill>
          <a:ln w="12700">
            <a:solidFill>
              <a:srgbClr val="D8CDEF"/>
            </a:solidFill>
          </a:ln>
        </p:spPr>
      </p:sp>
      <p:sp>
        <p:nvSpPr>
          <p:cNvPr id="17" name="Text 61">
            <a:extLst>
              <a:ext uri="{FF2B5EF4-FFF2-40B4-BE49-F238E27FC236}">
                <a16:creationId xmlns:a16="http://schemas.microsoft.com/office/drawing/2014/main" id="{4F03EB28-EAC0-FEE9-3265-D5D9BD38D917}"/>
              </a:ext>
            </a:extLst>
          </p:cNvPr>
          <p:cNvSpPr/>
          <p:nvPr/>
        </p:nvSpPr>
        <p:spPr>
          <a:xfrm>
            <a:off x="7521382" y="2340864"/>
            <a:ext cx="1097280" cy="411480"/>
          </a:xfrm>
          <a:prstGeom prst="rect">
            <a:avLst/>
          </a:prstGeom>
          <a:noFill/>
          <a:ln>
            <a:noFill/>
          </a:ln>
        </p:spPr>
        <p:txBody>
          <a:bodyPr wrap="square" lIns="0" tIns="0" rIns="0" bIns="0" anchor="ctr"/>
          <a:lstStyle/>
          <a:p>
            <a:pPr algn="l"/>
            <a:r>
              <a:rPr lang="en-US" sz="1400" b="1">
                <a:solidFill>
                  <a:srgbClr val="62469A"/>
                </a:solidFill>
                <a:latin typeface="Aptos"/>
              </a:rPr>
              <a:t>Release &amp;</a:t>
            </a:r>
            <a:endParaRPr lang="en-US" sz="1400"/>
          </a:p>
          <a:p>
            <a:pPr algn="l"/>
            <a:r>
              <a:rPr lang="en-US" sz="1400" b="1">
                <a:solidFill>
                  <a:srgbClr val="62469A"/>
                </a:solidFill>
                <a:latin typeface="Aptos"/>
              </a:rPr>
              <a:t>deployment</a:t>
            </a:r>
            <a:endParaRPr lang="en-US" sz="1400"/>
          </a:p>
        </p:txBody>
      </p:sp>
      <p:cxnSp>
        <p:nvCxnSpPr>
          <p:cNvPr id="18" name="Line 62">
            <a:extLst>
              <a:ext uri="{FF2B5EF4-FFF2-40B4-BE49-F238E27FC236}">
                <a16:creationId xmlns:a16="http://schemas.microsoft.com/office/drawing/2014/main" id="{B9A42D49-C953-7E32-F5C1-3839E50E8284}"/>
              </a:ext>
            </a:extLst>
          </p:cNvPr>
          <p:cNvCxnSpPr/>
          <p:nvPr/>
        </p:nvCxnSpPr>
        <p:spPr>
          <a:xfrm>
            <a:off x="8810686" y="2542032"/>
            <a:ext cx="320040" cy="0"/>
          </a:xfrm>
          <a:prstGeom prst="line">
            <a:avLst/>
          </a:prstGeom>
          <a:ln w="25400">
            <a:solidFill>
              <a:srgbClr val="AAB4C3"/>
            </a:solidFill>
            <a:tailEnd type="triangle"/>
          </a:ln>
        </p:spPr>
      </p:cxnSp>
      <p:sp>
        <p:nvSpPr>
          <p:cNvPr id="19" name="Box 70">
            <a:extLst>
              <a:ext uri="{FF2B5EF4-FFF2-40B4-BE49-F238E27FC236}">
                <a16:creationId xmlns:a16="http://schemas.microsoft.com/office/drawing/2014/main" id="{0415F298-1353-360B-654D-FF78ED83F941}"/>
              </a:ext>
            </a:extLst>
          </p:cNvPr>
          <p:cNvSpPr/>
          <p:nvPr/>
        </p:nvSpPr>
        <p:spPr>
          <a:xfrm>
            <a:off x="9167302" y="2057400"/>
            <a:ext cx="1417320" cy="960120"/>
          </a:xfrm>
          <a:prstGeom prst="roundRect">
            <a:avLst/>
          </a:prstGeom>
          <a:solidFill>
            <a:srgbClr val="EAF4ED"/>
          </a:solidFill>
          <a:ln w="12700">
            <a:solidFill>
              <a:srgbClr val="C8E3CF"/>
            </a:solidFill>
          </a:ln>
        </p:spPr>
      </p:sp>
      <p:sp>
        <p:nvSpPr>
          <p:cNvPr id="20" name="Text 71">
            <a:extLst>
              <a:ext uri="{FF2B5EF4-FFF2-40B4-BE49-F238E27FC236}">
                <a16:creationId xmlns:a16="http://schemas.microsoft.com/office/drawing/2014/main" id="{3C76CE0C-5A8B-115E-7965-CDC2E429A383}"/>
              </a:ext>
            </a:extLst>
          </p:cNvPr>
          <p:cNvSpPr/>
          <p:nvPr/>
        </p:nvSpPr>
        <p:spPr>
          <a:xfrm>
            <a:off x="9322750" y="2340864"/>
            <a:ext cx="1097280" cy="411480"/>
          </a:xfrm>
          <a:prstGeom prst="rect">
            <a:avLst/>
          </a:prstGeom>
          <a:noFill/>
          <a:ln>
            <a:noFill/>
          </a:ln>
        </p:spPr>
        <p:txBody>
          <a:bodyPr wrap="square" lIns="0" tIns="0" rIns="0" bIns="0" anchor="ctr"/>
          <a:lstStyle/>
          <a:p>
            <a:pPr algn="l"/>
            <a:r>
              <a:rPr lang="en-US" sz="1400" b="1">
                <a:solidFill>
                  <a:srgbClr val="397C50"/>
                </a:solidFill>
                <a:latin typeface="Aptos"/>
              </a:rPr>
              <a:t>Operation &amp;</a:t>
            </a:r>
            <a:endParaRPr lang="en-US" sz="1400"/>
          </a:p>
          <a:p>
            <a:pPr algn="l"/>
            <a:r>
              <a:rPr lang="en-US" sz="1400" b="1">
                <a:solidFill>
                  <a:srgbClr val="397C50"/>
                </a:solidFill>
                <a:latin typeface="Aptos"/>
              </a:rPr>
              <a:t>Maintenance</a:t>
            </a:r>
            <a:endParaRPr lang="en-US" sz="1400"/>
          </a:p>
        </p:txBody>
      </p:sp>
      <p:cxnSp>
        <p:nvCxnSpPr>
          <p:cNvPr id="21" name="Line 72">
            <a:extLst>
              <a:ext uri="{FF2B5EF4-FFF2-40B4-BE49-F238E27FC236}">
                <a16:creationId xmlns:a16="http://schemas.microsoft.com/office/drawing/2014/main" id="{65B7AC5C-7FB5-11A4-3357-32ADE7F5F308}"/>
              </a:ext>
            </a:extLst>
          </p:cNvPr>
          <p:cNvCxnSpPr/>
          <p:nvPr/>
        </p:nvCxnSpPr>
        <p:spPr>
          <a:xfrm>
            <a:off x="10612054" y="2542032"/>
            <a:ext cx="320040" cy="0"/>
          </a:xfrm>
          <a:prstGeom prst="line">
            <a:avLst/>
          </a:prstGeom>
          <a:ln w="25400">
            <a:solidFill>
              <a:srgbClr val="AAB4C3"/>
            </a:solidFill>
            <a:tailEnd type="triangle"/>
          </a:ln>
        </p:spPr>
      </p:cxnSp>
      <p:sp>
        <p:nvSpPr>
          <p:cNvPr id="22" name="Box 80">
            <a:extLst>
              <a:ext uri="{FF2B5EF4-FFF2-40B4-BE49-F238E27FC236}">
                <a16:creationId xmlns:a16="http://schemas.microsoft.com/office/drawing/2014/main" id="{6EBE4F63-812B-2814-CB55-C2B2DEA7E167}"/>
              </a:ext>
            </a:extLst>
          </p:cNvPr>
          <p:cNvSpPr/>
          <p:nvPr/>
        </p:nvSpPr>
        <p:spPr>
          <a:xfrm>
            <a:off x="10968669" y="2057400"/>
            <a:ext cx="1062869" cy="960120"/>
          </a:xfrm>
          <a:prstGeom prst="roundRect">
            <a:avLst/>
          </a:prstGeom>
          <a:solidFill>
            <a:srgbClr val="F1F3F6"/>
          </a:solidFill>
          <a:ln w="12700">
            <a:solidFill>
              <a:srgbClr val="DDE3EA"/>
            </a:solidFill>
          </a:ln>
        </p:spPr>
      </p:sp>
      <p:sp>
        <p:nvSpPr>
          <p:cNvPr id="23" name="Text 81">
            <a:extLst>
              <a:ext uri="{FF2B5EF4-FFF2-40B4-BE49-F238E27FC236}">
                <a16:creationId xmlns:a16="http://schemas.microsoft.com/office/drawing/2014/main" id="{278AD734-58A3-96B7-30E6-4D149E655AF4}"/>
              </a:ext>
            </a:extLst>
          </p:cNvPr>
          <p:cNvSpPr/>
          <p:nvPr/>
        </p:nvSpPr>
        <p:spPr>
          <a:xfrm>
            <a:off x="11078398" y="2286000"/>
            <a:ext cx="953140" cy="502920"/>
          </a:xfrm>
          <a:prstGeom prst="rect">
            <a:avLst/>
          </a:prstGeom>
          <a:noFill/>
          <a:ln>
            <a:noFill/>
          </a:ln>
        </p:spPr>
        <p:txBody>
          <a:bodyPr wrap="square" lIns="0" tIns="0" rIns="0" bIns="0" anchor="ctr"/>
          <a:lstStyle/>
          <a:p>
            <a:pPr algn="l"/>
            <a:r>
              <a:rPr lang="en-US" sz="1400" b="1" dirty="0">
                <a:solidFill>
                  <a:srgbClr val="536174"/>
                </a:solidFill>
                <a:latin typeface="Aptos"/>
              </a:rPr>
              <a:t>Retirement</a:t>
            </a:r>
            <a:endParaRPr lang="en-US" sz="1400" dirty="0"/>
          </a:p>
        </p:txBody>
      </p:sp>
      <p:sp>
        <p:nvSpPr>
          <p:cNvPr id="24" name="Text 90">
            <a:extLst>
              <a:ext uri="{FF2B5EF4-FFF2-40B4-BE49-F238E27FC236}">
                <a16:creationId xmlns:a16="http://schemas.microsoft.com/office/drawing/2014/main" id="{83CFC29A-E37A-03B2-76BA-0603D69ACAF3}"/>
              </a:ext>
            </a:extLst>
          </p:cNvPr>
          <p:cNvSpPr/>
          <p:nvPr/>
        </p:nvSpPr>
        <p:spPr>
          <a:xfrm>
            <a:off x="914400" y="3886200"/>
            <a:ext cx="10332720" cy="384048"/>
          </a:xfrm>
          <a:prstGeom prst="rect">
            <a:avLst/>
          </a:prstGeom>
          <a:noFill/>
          <a:ln>
            <a:noFill/>
          </a:ln>
        </p:spPr>
        <p:txBody>
          <a:bodyPr wrap="square" lIns="0" tIns="0" rIns="0" bIns="0" anchor="ctr"/>
          <a:lstStyle/>
          <a:p>
            <a:pPr algn="l"/>
            <a:r>
              <a:rPr lang="en-US" sz="1700" b="1">
                <a:solidFill>
                  <a:srgbClr val="172033"/>
                </a:solidFill>
                <a:latin typeface="Aptos"/>
              </a:rPr>
              <a:t>Activities exist in every project; the development model determines when, how much, and how often they are performed.</a:t>
            </a:r>
            <a:endParaRPr lang="en-US" sz="1700"/>
          </a:p>
        </p:txBody>
      </p:sp>
      <p:sp>
        <p:nvSpPr>
          <p:cNvPr id="25" name="Text 91">
            <a:extLst>
              <a:ext uri="{FF2B5EF4-FFF2-40B4-BE49-F238E27FC236}">
                <a16:creationId xmlns:a16="http://schemas.microsoft.com/office/drawing/2014/main" id="{67D4C58E-54C7-9D6B-7360-770A83E32FDF}"/>
              </a:ext>
            </a:extLst>
          </p:cNvPr>
          <p:cNvSpPr/>
          <p:nvPr/>
        </p:nvSpPr>
        <p:spPr>
          <a:xfrm>
            <a:off x="914400" y="4754880"/>
            <a:ext cx="10332720" cy="502920"/>
          </a:xfrm>
          <a:prstGeom prst="rect">
            <a:avLst/>
          </a:prstGeom>
          <a:noFill/>
          <a:ln>
            <a:noFill/>
          </a:ln>
        </p:spPr>
        <p:txBody>
          <a:bodyPr wrap="square" lIns="0" tIns="0" rIns="0" bIns="0" anchor="ctr"/>
          <a:lstStyle/>
          <a:p>
            <a:pPr algn="l"/>
            <a:r>
              <a:rPr lang="en-US" sz="1600" b="1">
                <a:solidFill>
                  <a:srgbClr val="536174"/>
                </a:solidFill>
                <a:latin typeface="Aptos"/>
              </a:rPr>
              <a:t>Lifecycle ≠ a single version: the product evolves through many versions, fixes and changes.</a:t>
            </a:r>
            <a:endParaRPr lang="en-US" sz="1600"/>
          </a:p>
        </p:txBody>
      </p:sp>
    </p:spTree>
    <p:extLst>
      <p:ext uri="{BB962C8B-B14F-4D97-AF65-F5344CB8AC3E}">
        <p14:creationId xmlns:p14="http://schemas.microsoft.com/office/powerpoint/2010/main" val="3227681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5F0F21B1-4798-4943-CAD6-570EDCE84EA3}"/>
              </a:ext>
            </a:extLst>
          </p:cNvPr>
          <p:cNvSpPr>
            <a:spLocks noGrp="1"/>
          </p:cNvSpPr>
          <p:nvPr>
            <p:ph idx="1"/>
          </p:nvPr>
        </p:nvSpPr>
        <p:spPr/>
        <p:txBody>
          <a:bodyPr>
            <a:normAutofit fontScale="85000" lnSpcReduction="20000"/>
          </a:bodyPr>
          <a:lstStyle/>
          <a:p>
            <a:pPr algn="just">
              <a:lnSpc>
                <a:spcPct val="140000"/>
              </a:lnSpc>
              <a:spcAft>
                <a:spcPts val="1200"/>
              </a:spcAft>
            </a:pPr>
            <a:r>
              <a:rPr lang="en-US" sz="2100" dirty="0"/>
              <a:t>Needs and Requirements: This phase involves gathering and defining the functional and non-functional requirements of the software. Stakeholders, such as customers, users, and developers, work together to define the goals, capabilities, and constraints of the software. The output of this phase is usually a requirements document.</a:t>
            </a:r>
          </a:p>
          <a:p>
            <a:pPr algn="just">
              <a:lnSpc>
                <a:spcPct val="140000"/>
              </a:lnSpc>
              <a:spcAft>
                <a:spcPts val="1200"/>
              </a:spcAft>
            </a:pPr>
            <a:r>
              <a:rPr lang="en-US" sz="2100" dirty="0"/>
              <a:t>Analysis and design: In this phase, the architecture, elements and interfaces of the software are designed based on the requirements. This includes the creation of data flow diagrams, entity relationship diagrams, and flowcharts. The result of this phase is a detailed design document that guides the development process</a:t>
            </a:r>
            <a:r>
              <a:rPr lang="en-US" dirty="0"/>
              <a:t>. </a:t>
            </a:r>
          </a:p>
        </p:txBody>
      </p:sp>
      <p:sp>
        <p:nvSpPr>
          <p:cNvPr id="6" name="Τίτλος 4">
            <a:extLst>
              <a:ext uri="{FF2B5EF4-FFF2-40B4-BE49-F238E27FC236}">
                <a16:creationId xmlns:a16="http://schemas.microsoft.com/office/drawing/2014/main" id="{3D5A00A4-4BD2-3CBB-411F-134B3F029D41}"/>
              </a:ext>
            </a:extLst>
          </p:cNvPr>
          <p:cNvSpPr>
            <a:spLocks noGrp="1"/>
          </p:cNvSpPr>
          <p:nvPr>
            <p:ph type="title"/>
          </p:nvPr>
        </p:nvSpPr>
        <p:spPr>
          <a:xfrm>
            <a:off x="677863" y="609600"/>
            <a:ext cx="8596312" cy="1320800"/>
          </a:xfrm>
        </p:spPr>
        <p:txBody>
          <a:bodyPr/>
          <a:lstStyle/>
          <a:p>
            <a:r>
              <a:rPr lang="en-US" dirty="0"/>
              <a:t>Software release life cycle</a:t>
            </a:r>
            <a:br>
              <a:rPr lang="en-US" dirty="0"/>
            </a:br>
            <a:endParaRPr lang="en-US" dirty="0"/>
          </a:p>
        </p:txBody>
      </p:sp>
    </p:spTree>
    <p:extLst>
      <p:ext uri="{BB962C8B-B14F-4D97-AF65-F5344CB8AC3E}">
        <p14:creationId xmlns:p14="http://schemas.microsoft.com/office/powerpoint/2010/main" val="2239308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07249AE9-7B2D-8864-2284-A1396825BED5}"/>
              </a:ext>
            </a:extLst>
          </p:cNvPr>
          <p:cNvSpPr>
            <a:spLocks noGrp="1"/>
          </p:cNvSpPr>
          <p:nvPr>
            <p:ph idx="1"/>
          </p:nvPr>
        </p:nvSpPr>
        <p:spPr/>
        <p:txBody>
          <a:bodyPr>
            <a:normAutofit lnSpcReduction="10000"/>
          </a:bodyPr>
          <a:lstStyle/>
          <a:p>
            <a:pPr algn="just">
              <a:lnSpc>
                <a:spcPct val="125000"/>
              </a:lnSpc>
              <a:spcAft>
                <a:spcPts val="1200"/>
              </a:spcAft>
            </a:pPr>
            <a:r>
              <a:rPr lang="en-US" sz="1900" dirty="0"/>
              <a:t>Implementation (Coding): During the implementation phase, developers write the actual code for the software using programming languages ​​and tools. This phase turns the design into a working software product. Developers may use version control systems to manage and track changes to the code.</a:t>
            </a:r>
          </a:p>
          <a:p>
            <a:pPr algn="just">
              <a:lnSpc>
                <a:spcPct val="125000"/>
              </a:lnSpc>
              <a:spcAft>
                <a:spcPts val="1200"/>
              </a:spcAft>
            </a:pPr>
            <a:r>
              <a:rPr lang="en-US" sz="1900" dirty="0"/>
              <a:t>Testing: Once the software is implemented, it is subjected to a series of tests to identify and fix any defects, errors, or inconsistencies. Testing methods may include unit testing, integration testing, system testing, and user acceptance testing. The goal is to ensure that the software meets the specified requirements and performs as expected.</a:t>
            </a:r>
          </a:p>
        </p:txBody>
      </p:sp>
      <p:sp>
        <p:nvSpPr>
          <p:cNvPr id="5" name="Τίτλος 4">
            <a:extLst>
              <a:ext uri="{FF2B5EF4-FFF2-40B4-BE49-F238E27FC236}">
                <a16:creationId xmlns:a16="http://schemas.microsoft.com/office/drawing/2014/main" id="{32EFF775-50C1-764E-B832-4D1ED43CEB5E}"/>
              </a:ext>
            </a:extLst>
          </p:cNvPr>
          <p:cNvSpPr>
            <a:spLocks noGrp="1"/>
          </p:cNvSpPr>
          <p:nvPr>
            <p:ph type="title"/>
          </p:nvPr>
        </p:nvSpPr>
        <p:spPr>
          <a:xfrm>
            <a:off x="677863" y="609600"/>
            <a:ext cx="8596312" cy="1320800"/>
          </a:xfrm>
        </p:spPr>
        <p:txBody>
          <a:bodyPr/>
          <a:lstStyle/>
          <a:p>
            <a:r>
              <a:rPr lang="en-US" dirty="0"/>
              <a:t>Software release life cycle</a:t>
            </a:r>
            <a:br>
              <a:rPr lang="en-US" dirty="0"/>
            </a:br>
            <a:endParaRPr lang="en-US" dirty="0"/>
          </a:p>
        </p:txBody>
      </p:sp>
    </p:spTree>
    <p:extLst>
      <p:ext uri="{BB962C8B-B14F-4D97-AF65-F5344CB8AC3E}">
        <p14:creationId xmlns:p14="http://schemas.microsoft.com/office/powerpoint/2010/main" val="948856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18FAA1C8-D1CF-9104-5539-3974F7CD221C}"/>
              </a:ext>
            </a:extLst>
          </p:cNvPr>
          <p:cNvSpPr>
            <a:spLocks noGrp="1"/>
          </p:cNvSpPr>
          <p:nvPr>
            <p:ph idx="1"/>
          </p:nvPr>
        </p:nvSpPr>
        <p:spPr/>
        <p:txBody>
          <a:bodyPr>
            <a:normAutofit fontScale="92500" lnSpcReduction="10000"/>
          </a:bodyPr>
          <a:lstStyle/>
          <a:p>
            <a:pPr algn="just">
              <a:lnSpc>
                <a:spcPct val="125000"/>
              </a:lnSpc>
              <a:spcAft>
                <a:spcPts val="1200"/>
              </a:spcAft>
            </a:pPr>
            <a:r>
              <a:rPr lang="en-US" sz="1900" dirty="0"/>
              <a:t>Release and deployment: After successful testing, the software is deployed to a production environment, making it available to end users. This phase may include activities such as installation, configuration, and data migration. Depending on the type of software, it may be deployed on-premises, in</a:t>
            </a:r>
            <a:r>
              <a:rPr lang="en-US" sz="1900" dirty="0" err="1"/>
              <a:t> cloud</a:t>
            </a:r>
            <a:r>
              <a:rPr lang="en-US" sz="1900" dirty="0"/>
              <a:t> or as a hybrid solution.</a:t>
            </a:r>
          </a:p>
          <a:p>
            <a:pPr algn="just">
              <a:lnSpc>
                <a:spcPct val="125000"/>
              </a:lnSpc>
              <a:spcAft>
                <a:spcPts val="1200"/>
              </a:spcAft>
            </a:pPr>
            <a:r>
              <a:rPr lang="en-US" sz="1900" dirty="0"/>
              <a:t>Maintenance and Support: Once the software is developed, it requires ongoing maintenance and support to address any issues, bugs, or changes in requirements. This phase includes activities such as bug fixes, performance optimization, and feature enhancements. Software updates and patches may also be released during this phase to ensure that the product remains secure and up-to-date.</a:t>
            </a:r>
          </a:p>
        </p:txBody>
      </p:sp>
      <p:sp>
        <p:nvSpPr>
          <p:cNvPr id="5" name="Τίτλος 4">
            <a:extLst>
              <a:ext uri="{FF2B5EF4-FFF2-40B4-BE49-F238E27FC236}">
                <a16:creationId xmlns:a16="http://schemas.microsoft.com/office/drawing/2014/main" id="{E8D2D82A-5680-DA85-1B2C-03B9001BF9B4}"/>
              </a:ext>
            </a:extLst>
          </p:cNvPr>
          <p:cNvSpPr>
            <a:spLocks noGrp="1"/>
          </p:cNvSpPr>
          <p:nvPr>
            <p:ph type="title"/>
          </p:nvPr>
        </p:nvSpPr>
        <p:spPr>
          <a:xfrm>
            <a:off x="677863" y="609600"/>
            <a:ext cx="8596312" cy="1320800"/>
          </a:xfrm>
        </p:spPr>
        <p:txBody>
          <a:bodyPr/>
          <a:lstStyle/>
          <a:p>
            <a:r>
              <a:rPr lang="en-US" dirty="0"/>
              <a:t>Software release life cycle</a:t>
            </a:r>
            <a:br>
              <a:rPr lang="en-US" dirty="0"/>
            </a:br>
            <a:endParaRPr lang="en-US" dirty="0"/>
          </a:p>
        </p:txBody>
      </p:sp>
    </p:spTree>
    <p:extLst>
      <p:ext uri="{BB962C8B-B14F-4D97-AF65-F5344CB8AC3E}">
        <p14:creationId xmlns:p14="http://schemas.microsoft.com/office/powerpoint/2010/main" val="317796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F1A6686E-C510-D1F3-BEE4-8A79C6E95A31}"/>
              </a:ext>
            </a:extLst>
          </p:cNvPr>
          <p:cNvSpPr>
            <a:spLocks noGrp="1"/>
          </p:cNvSpPr>
          <p:nvPr>
            <p:ph idx="1"/>
          </p:nvPr>
        </p:nvSpPr>
        <p:spPr/>
        <p:txBody>
          <a:bodyPr/>
          <a:lstStyle/>
          <a:p>
            <a:pPr algn="just">
              <a:lnSpc>
                <a:spcPct val="125000"/>
              </a:lnSpc>
              <a:spcAft>
                <a:spcPts val="1200"/>
              </a:spcAft>
            </a:pPr>
            <a:r>
              <a:rPr lang="en-US" sz="1900" dirty="0"/>
              <a:t>Retirement (decommissioning): Eventually, software may become obsolete or no longer meet the needs of its users. At this stage, the software is retired and any data or resources associated with it are</a:t>
            </a:r>
            <a:r>
              <a:rPr lang="en-US" sz="1900" dirty="0" err="1"/>
              <a:t> are relocating</a:t>
            </a:r>
            <a:r>
              <a:rPr lang="en-US" sz="1900" dirty="0"/>
              <a:t> or archived. Users can switch to an updated or alternative solution.</a:t>
            </a:r>
          </a:p>
        </p:txBody>
      </p:sp>
      <p:sp>
        <p:nvSpPr>
          <p:cNvPr id="2" name="Τίτλος 4">
            <a:extLst>
              <a:ext uri="{FF2B5EF4-FFF2-40B4-BE49-F238E27FC236}">
                <a16:creationId xmlns:a16="http://schemas.microsoft.com/office/drawing/2014/main" id="{531048D5-0CEA-91F8-2162-66F6E111831A}"/>
              </a:ext>
            </a:extLst>
          </p:cNvPr>
          <p:cNvSpPr>
            <a:spLocks noGrp="1"/>
          </p:cNvSpPr>
          <p:nvPr>
            <p:ph type="title"/>
          </p:nvPr>
        </p:nvSpPr>
        <p:spPr>
          <a:xfrm>
            <a:off x="677334" y="609600"/>
            <a:ext cx="8596668" cy="1320800"/>
          </a:xfrm>
        </p:spPr>
        <p:txBody>
          <a:bodyPr/>
          <a:lstStyle/>
          <a:p>
            <a:r>
              <a:rPr lang="en-US" dirty="0"/>
              <a:t>Software release life cycle</a:t>
            </a:r>
            <a:br>
              <a:rPr lang="en-US" dirty="0"/>
            </a:br>
            <a:endParaRPr lang="en-US" dirty="0"/>
          </a:p>
        </p:txBody>
      </p:sp>
    </p:spTree>
    <p:extLst>
      <p:ext uri="{BB962C8B-B14F-4D97-AF65-F5344CB8AC3E}">
        <p14:creationId xmlns:p14="http://schemas.microsoft.com/office/powerpoint/2010/main" val="1642604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1B6E2DA-CCDE-1DB5-AE1C-B524004ED843}"/>
              </a:ext>
            </a:extLst>
          </p:cNvPr>
          <p:cNvSpPr>
            <a:spLocks noGrp="1"/>
          </p:cNvSpPr>
          <p:nvPr>
            <p:ph type="title"/>
          </p:nvPr>
        </p:nvSpPr>
        <p:spPr/>
        <p:txBody>
          <a:bodyPr/>
          <a:lstStyle/>
          <a:p>
            <a:r>
              <a:rPr lang="en-US" dirty="0"/>
              <a:t>1. Needs and Requirements</a:t>
            </a:r>
            <a:br>
              <a:rPr lang="en-US" dirty="0"/>
            </a:br>
            <a:endParaRPr lang="en-US" dirty="0"/>
          </a:p>
        </p:txBody>
      </p:sp>
      <p:sp>
        <p:nvSpPr>
          <p:cNvPr id="5" name="Box 20">
            <a:extLst>
              <a:ext uri="{FF2B5EF4-FFF2-40B4-BE49-F238E27FC236}">
                <a16:creationId xmlns:a16="http://schemas.microsoft.com/office/drawing/2014/main" id="{80A3A60F-6D35-59BE-1A4F-E22C05A4545D}"/>
              </a:ext>
            </a:extLst>
          </p:cNvPr>
          <p:cNvSpPr/>
          <p:nvPr/>
        </p:nvSpPr>
        <p:spPr>
          <a:xfrm>
            <a:off x="685800" y="1572768"/>
            <a:ext cx="3401568" cy="3611880"/>
          </a:xfrm>
          <a:prstGeom prst="roundRect">
            <a:avLst/>
          </a:prstGeom>
          <a:solidFill>
            <a:srgbClr val="FFFFFF"/>
          </a:solidFill>
          <a:ln w="12700">
            <a:solidFill>
              <a:srgbClr val="E2E7EE"/>
            </a:solidFill>
          </a:ln>
        </p:spPr>
      </p:sp>
      <p:sp>
        <p:nvSpPr>
          <p:cNvPr id="7" name="Text 22">
            <a:extLst>
              <a:ext uri="{FF2B5EF4-FFF2-40B4-BE49-F238E27FC236}">
                <a16:creationId xmlns:a16="http://schemas.microsoft.com/office/drawing/2014/main" id="{0D0DBC1F-4070-0F73-23BC-0F9601AD4C61}"/>
              </a:ext>
            </a:extLst>
          </p:cNvPr>
          <p:cNvSpPr/>
          <p:nvPr/>
        </p:nvSpPr>
        <p:spPr>
          <a:xfrm>
            <a:off x="905256" y="1719072"/>
            <a:ext cx="2999232" cy="228600"/>
          </a:xfrm>
          <a:prstGeom prst="rect">
            <a:avLst/>
          </a:prstGeom>
          <a:noFill/>
          <a:ln>
            <a:noFill/>
          </a:ln>
        </p:spPr>
        <p:txBody>
          <a:bodyPr wrap="square" lIns="0" tIns="0" rIns="0" bIns="0" anchor="ctr"/>
          <a:lstStyle/>
          <a:p>
            <a:pPr algn="l"/>
            <a:r>
              <a:rPr lang="en-US" sz="1000" b="1">
                <a:solidFill>
                  <a:srgbClr val="5B7CFA"/>
                </a:solidFill>
                <a:latin typeface="Aptos"/>
              </a:rPr>
              <a:t>WHY</a:t>
            </a:r>
            <a:endParaRPr lang="en-US" sz="1000"/>
          </a:p>
        </p:txBody>
      </p:sp>
      <p:sp>
        <p:nvSpPr>
          <p:cNvPr id="9" name="Text 23">
            <a:extLst>
              <a:ext uri="{FF2B5EF4-FFF2-40B4-BE49-F238E27FC236}">
                <a16:creationId xmlns:a16="http://schemas.microsoft.com/office/drawing/2014/main" id="{9016462B-EFEC-A10C-AE55-565585A09FD0}"/>
              </a:ext>
            </a:extLst>
          </p:cNvPr>
          <p:cNvSpPr/>
          <p:nvPr/>
        </p:nvSpPr>
        <p:spPr>
          <a:xfrm>
            <a:off x="905256" y="2029968"/>
            <a:ext cx="2999232" cy="384048"/>
          </a:xfrm>
          <a:prstGeom prst="rect">
            <a:avLst/>
          </a:prstGeom>
          <a:noFill/>
          <a:ln>
            <a:noFill/>
          </a:ln>
        </p:spPr>
        <p:txBody>
          <a:bodyPr wrap="square" lIns="0" tIns="0" rIns="0" bIns="0" anchor="ctr"/>
          <a:lstStyle/>
          <a:p>
            <a:pPr algn="l"/>
            <a:r>
              <a:rPr lang="en-US" sz="1700" b="1">
                <a:solidFill>
                  <a:srgbClr val="172033"/>
                </a:solidFill>
                <a:latin typeface="Aptos"/>
              </a:rPr>
              <a:t>Problem &amp; goals</a:t>
            </a:r>
            <a:endParaRPr lang="en-US" sz="1700"/>
          </a:p>
        </p:txBody>
      </p:sp>
      <p:sp>
        <p:nvSpPr>
          <p:cNvPr id="11" name="Text 24">
            <a:extLst>
              <a:ext uri="{FF2B5EF4-FFF2-40B4-BE49-F238E27FC236}">
                <a16:creationId xmlns:a16="http://schemas.microsoft.com/office/drawing/2014/main" id="{C21520CC-3731-EEA0-EFA2-0B6EBA9067D8}"/>
              </a:ext>
            </a:extLst>
          </p:cNvPr>
          <p:cNvSpPr/>
          <p:nvPr/>
        </p:nvSpPr>
        <p:spPr>
          <a:xfrm>
            <a:off x="905256" y="2468880"/>
            <a:ext cx="2999232" cy="2587752"/>
          </a:xfrm>
          <a:prstGeom prst="rect">
            <a:avLst/>
          </a:prstGeom>
          <a:noFill/>
          <a:ln>
            <a:noFill/>
          </a:ln>
        </p:spPr>
        <p:txBody>
          <a:bodyPr wrap="square" lIns="0" tIns="0" rIns="0" bIns="0" anchor="ctr"/>
          <a:lstStyle/>
          <a:p>
            <a:pPr algn="l"/>
            <a:r>
              <a:rPr lang="en-US" sz="1400">
                <a:solidFill>
                  <a:srgbClr val="536174"/>
                </a:solidFill>
                <a:latin typeface="Aptos"/>
              </a:rPr>
              <a:t>What need are we solving? For whom? How will we recognize the value?</a:t>
            </a:r>
            <a:endParaRPr lang="en-US" sz="1400"/>
          </a:p>
        </p:txBody>
      </p:sp>
      <p:sp>
        <p:nvSpPr>
          <p:cNvPr id="13" name="Box 30">
            <a:extLst>
              <a:ext uri="{FF2B5EF4-FFF2-40B4-BE49-F238E27FC236}">
                <a16:creationId xmlns:a16="http://schemas.microsoft.com/office/drawing/2014/main" id="{3F5E6ABD-B4A0-DD70-08E3-9D9943A3DA92}"/>
              </a:ext>
            </a:extLst>
          </p:cNvPr>
          <p:cNvSpPr/>
          <p:nvPr/>
        </p:nvSpPr>
        <p:spPr>
          <a:xfrm>
            <a:off x="4389120" y="1572768"/>
            <a:ext cx="3401568" cy="3611880"/>
          </a:xfrm>
          <a:prstGeom prst="roundRect">
            <a:avLst/>
          </a:prstGeom>
          <a:solidFill>
            <a:srgbClr val="FFFFFF"/>
          </a:solidFill>
          <a:ln w="12700">
            <a:solidFill>
              <a:srgbClr val="E2E7EE"/>
            </a:solidFill>
          </a:ln>
        </p:spPr>
      </p:sp>
      <p:sp>
        <p:nvSpPr>
          <p:cNvPr id="15" name="Text 32">
            <a:extLst>
              <a:ext uri="{FF2B5EF4-FFF2-40B4-BE49-F238E27FC236}">
                <a16:creationId xmlns:a16="http://schemas.microsoft.com/office/drawing/2014/main" id="{D346A99A-5F44-9237-B08A-0781AD0B69C6}"/>
              </a:ext>
            </a:extLst>
          </p:cNvPr>
          <p:cNvSpPr/>
          <p:nvPr/>
        </p:nvSpPr>
        <p:spPr>
          <a:xfrm>
            <a:off x="4608576" y="1719072"/>
            <a:ext cx="2999232" cy="228600"/>
          </a:xfrm>
          <a:prstGeom prst="rect">
            <a:avLst/>
          </a:prstGeom>
          <a:noFill/>
          <a:ln>
            <a:noFill/>
          </a:ln>
        </p:spPr>
        <p:txBody>
          <a:bodyPr wrap="square" lIns="0" tIns="0" rIns="0" bIns="0" anchor="ctr"/>
          <a:lstStyle/>
          <a:p>
            <a:pPr algn="l"/>
            <a:r>
              <a:rPr lang="en-US" sz="1000" b="1">
                <a:solidFill>
                  <a:srgbClr val="25B7A5"/>
                </a:solidFill>
                <a:latin typeface="Aptos"/>
              </a:rPr>
              <a:t>WHAT</a:t>
            </a:r>
            <a:endParaRPr lang="en-US" sz="1000"/>
          </a:p>
        </p:txBody>
      </p:sp>
      <p:sp>
        <p:nvSpPr>
          <p:cNvPr id="17" name="Text 33">
            <a:extLst>
              <a:ext uri="{FF2B5EF4-FFF2-40B4-BE49-F238E27FC236}">
                <a16:creationId xmlns:a16="http://schemas.microsoft.com/office/drawing/2014/main" id="{E2470DDA-16DC-BD3C-19B3-4099C377A860}"/>
              </a:ext>
            </a:extLst>
          </p:cNvPr>
          <p:cNvSpPr/>
          <p:nvPr/>
        </p:nvSpPr>
        <p:spPr>
          <a:xfrm>
            <a:off x="4608576" y="2029968"/>
            <a:ext cx="2999232" cy="384048"/>
          </a:xfrm>
          <a:prstGeom prst="rect">
            <a:avLst/>
          </a:prstGeom>
          <a:noFill/>
          <a:ln>
            <a:noFill/>
          </a:ln>
        </p:spPr>
        <p:txBody>
          <a:bodyPr wrap="square" lIns="0" tIns="0" rIns="0" bIns="0" anchor="ctr"/>
          <a:lstStyle/>
          <a:p>
            <a:pPr algn="l"/>
            <a:r>
              <a:rPr lang="en-US" sz="1700" b="1">
                <a:solidFill>
                  <a:srgbClr val="172033"/>
                </a:solidFill>
                <a:latin typeface="Aptos"/>
              </a:rPr>
              <a:t>Requirements</a:t>
            </a:r>
            <a:endParaRPr lang="en-US" sz="1700"/>
          </a:p>
        </p:txBody>
      </p:sp>
      <p:sp>
        <p:nvSpPr>
          <p:cNvPr id="19" name="Text 34">
            <a:extLst>
              <a:ext uri="{FF2B5EF4-FFF2-40B4-BE49-F238E27FC236}">
                <a16:creationId xmlns:a16="http://schemas.microsoft.com/office/drawing/2014/main" id="{D858CB4D-6289-20DC-10BF-C3BBDAC2F859}"/>
              </a:ext>
            </a:extLst>
          </p:cNvPr>
          <p:cNvSpPr/>
          <p:nvPr/>
        </p:nvSpPr>
        <p:spPr>
          <a:xfrm>
            <a:off x="4608576" y="2468880"/>
            <a:ext cx="2999232" cy="2587752"/>
          </a:xfrm>
          <a:prstGeom prst="rect">
            <a:avLst/>
          </a:prstGeom>
          <a:noFill/>
          <a:ln>
            <a:noFill/>
          </a:ln>
        </p:spPr>
        <p:txBody>
          <a:bodyPr wrap="square" lIns="0" tIns="0" rIns="0" bIns="0" anchor="ctr"/>
          <a:lstStyle/>
          <a:p>
            <a:pPr algn="l"/>
            <a:r>
              <a:rPr lang="en-US" sz="1400">
                <a:solidFill>
                  <a:srgbClr val="536174"/>
                </a:solidFill>
                <a:latin typeface="Aptos"/>
              </a:rPr>
              <a:t>Functional behaviors, quality characteristics and limitations.</a:t>
            </a:r>
            <a:endParaRPr lang="en-US" sz="1400"/>
          </a:p>
        </p:txBody>
      </p:sp>
      <p:sp>
        <p:nvSpPr>
          <p:cNvPr id="21" name="Box 40">
            <a:extLst>
              <a:ext uri="{FF2B5EF4-FFF2-40B4-BE49-F238E27FC236}">
                <a16:creationId xmlns:a16="http://schemas.microsoft.com/office/drawing/2014/main" id="{FA9DC36D-62DC-1E1E-9CD4-9E5672C15273}"/>
              </a:ext>
            </a:extLst>
          </p:cNvPr>
          <p:cNvSpPr/>
          <p:nvPr/>
        </p:nvSpPr>
        <p:spPr>
          <a:xfrm>
            <a:off x="8092440" y="1572768"/>
            <a:ext cx="3401568" cy="3611880"/>
          </a:xfrm>
          <a:prstGeom prst="roundRect">
            <a:avLst/>
          </a:prstGeom>
          <a:solidFill>
            <a:srgbClr val="FFFFFF"/>
          </a:solidFill>
          <a:ln w="12700">
            <a:solidFill>
              <a:srgbClr val="E2E7EE"/>
            </a:solidFill>
          </a:ln>
        </p:spPr>
      </p:sp>
      <p:sp>
        <p:nvSpPr>
          <p:cNvPr id="23" name="Text 42">
            <a:extLst>
              <a:ext uri="{FF2B5EF4-FFF2-40B4-BE49-F238E27FC236}">
                <a16:creationId xmlns:a16="http://schemas.microsoft.com/office/drawing/2014/main" id="{DFD14017-7220-8D31-B9E4-18C8A9175B97}"/>
              </a:ext>
            </a:extLst>
          </p:cNvPr>
          <p:cNvSpPr/>
          <p:nvPr/>
        </p:nvSpPr>
        <p:spPr>
          <a:xfrm>
            <a:off x="8311896" y="1719072"/>
            <a:ext cx="2999232" cy="228600"/>
          </a:xfrm>
          <a:prstGeom prst="rect">
            <a:avLst/>
          </a:prstGeom>
          <a:noFill/>
          <a:ln>
            <a:noFill/>
          </a:ln>
        </p:spPr>
        <p:txBody>
          <a:bodyPr wrap="square" lIns="0" tIns="0" rIns="0" bIns="0" anchor="ctr"/>
          <a:lstStyle/>
          <a:p>
            <a:pPr algn="l"/>
            <a:r>
              <a:rPr lang="en-US" sz="1000" b="1">
                <a:solidFill>
                  <a:srgbClr val="F6B44C"/>
                </a:solidFill>
                <a:latin typeface="Aptos"/>
              </a:rPr>
              <a:t>CONTEXT</a:t>
            </a:r>
            <a:endParaRPr lang="en-US" sz="1000"/>
          </a:p>
        </p:txBody>
      </p:sp>
      <p:sp>
        <p:nvSpPr>
          <p:cNvPr id="25" name="Text 43">
            <a:extLst>
              <a:ext uri="{FF2B5EF4-FFF2-40B4-BE49-F238E27FC236}">
                <a16:creationId xmlns:a16="http://schemas.microsoft.com/office/drawing/2014/main" id="{B8DEA263-D1F9-89CF-7761-2A2E4296BD1E}"/>
              </a:ext>
            </a:extLst>
          </p:cNvPr>
          <p:cNvSpPr/>
          <p:nvPr/>
        </p:nvSpPr>
        <p:spPr>
          <a:xfrm>
            <a:off x="8311896" y="2029968"/>
            <a:ext cx="2999232" cy="384048"/>
          </a:xfrm>
          <a:prstGeom prst="rect">
            <a:avLst/>
          </a:prstGeom>
          <a:noFill/>
          <a:ln>
            <a:noFill/>
          </a:ln>
        </p:spPr>
        <p:txBody>
          <a:bodyPr wrap="square" lIns="0" tIns="0" rIns="0" bIns="0" anchor="ctr"/>
          <a:lstStyle/>
          <a:p>
            <a:pPr algn="l"/>
            <a:r>
              <a:rPr lang="en-US" sz="1700" b="1">
                <a:solidFill>
                  <a:srgbClr val="172033"/>
                </a:solidFill>
                <a:latin typeface="Aptos"/>
              </a:rPr>
              <a:t>Stakeholders &amp; domain</a:t>
            </a:r>
            <a:endParaRPr lang="en-US" sz="1700"/>
          </a:p>
        </p:txBody>
      </p:sp>
      <p:sp>
        <p:nvSpPr>
          <p:cNvPr id="27" name="Text 44">
            <a:extLst>
              <a:ext uri="{FF2B5EF4-FFF2-40B4-BE49-F238E27FC236}">
                <a16:creationId xmlns:a16="http://schemas.microsoft.com/office/drawing/2014/main" id="{AD98D9C4-A3E3-1ADE-B24E-2CF88D28E13B}"/>
              </a:ext>
            </a:extLst>
          </p:cNvPr>
          <p:cNvSpPr/>
          <p:nvPr/>
        </p:nvSpPr>
        <p:spPr>
          <a:xfrm>
            <a:off x="8311896" y="2468880"/>
            <a:ext cx="2999232" cy="2587752"/>
          </a:xfrm>
          <a:prstGeom prst="rect">
            <a:avLst/>
          </a:prstGeom>
          <a:noFill/>
          <a:ln>
            <a:noFill/>
          </a:ln>
        </p:spPr>
        <p:txBody>
          <a:bodyPr wrap="square" lIns="0" tIns="0" rIns="0" bIns="0" anchor="ctr"/>
          <a:lstStyle/>
          <a:p>
            <a:pPr algn="l"/>
            <a:r>
              <a:rPr lang="en-US" sz="1400">
                <a:solidFill>
                  <a:srgbClr val="536174"/>
                </a:solidFill>
                <a:latin typeface="Aptos"/>
              </a:rPr>
              <a:t>Roles, processes, data, regulations, risks and exceptions.</a:t>
            </a:r>
            <a:endParaRPr lang="en-US" sz="1400"/>
          </a:p>
        </p:txBody>
      </p:sp>
      <p:sp>
        <p:nvSpPr>
          <p:cNvPr id="29" name="Text 60">
            <a:extLst>
              <a:ext uri="{FF2B5EF4-FFF2-40B4-BE49-F238E27FC236}">
                <a16:creationId xmlns:a16="http://schemas.microsoft.com/office/drawing/2014/main" id="{D19EBB64-E794-90A1-BD9A-55337C2505A0}"/>
              </a:ext>
            </a:extLst>
          </p:cNvPr>
          <p:cNvSpPr/>
          <p:nvPr/>
        </p:nvSpPr>
        <p:spPr>
          <a:xfrm>
            <a:off x="914400" y="5577840"/>
            <a:ext cx="10332720" cy="320040"/>
          </a:xfrm>
          <a:prstGeom prst="rect">
            <a:avLst/>
          </a:prstGeom>
          <a:noFill/>
          <a:ln>
            <a:noFill/>
          </a:ln>
        </p:spPr>
        <p:txBody>
          <a:bodyPr wrap="square" lIns="0" tIns="0" rIns="0" bIns="0" anchor="ctr"/>
          <a:lstStyle/>
          <a:p>
            <a:pPr algn="l"/>
            <a:r>
              <a:rPr lang="en-US" sz="1500" b="1">
                <a:solidFill>
                  <a:srgbClr val="172033"/>
                </a:solidFill>
                <a:latin typeface="Aptos"/>
              </a:rPr>
              <a:t>Deliverables: shared understanding, models, user stories/use cases and testable acceptance criteria.</a:t>
            </a:r>
            <a:endParaRPr lang="en-US" sz="1500"/>
          </a:p>
        </p:txBody>
      </p:sp>
    </p:spTree>
    <p:extLst>
      <p:ext uri="{BB962C8B-B14F-4D97-AF65-F5344CB8AC3E}">
        <p14:creationId xmlns:p14="http://schemas.microsoft.com/office/powerpoint/2010/main" val="1643265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B9B662A-94CD-5996-6CD9-8938B3D7B3E3}"/>
              </a:ext>
            </a:extLst>
          </p:cNvPr>
          <p:cNvSpPr>
            <a:spLocks noGrp="1"/>
          </p:cNvSpPr>
          <p:nvPr>
            <p:ph type="title"/>
          </p:nvPr>
        </p:nvSpPr>
        <p:spPr/>
        <p:txBody>
          <a:bodyPr/>
          <a:lstStyle/>
          <a:p>
            <a:r>
              <a:rPr lang="en-US" dirty="0"/>
              <a:t>2. Software design</a:t>
            </a:r>
            <a:br>
              <a:rPr lang="en-US" dirty="0"/>
            </a:br>
            <a:endParaRPr lang="en-US" dirty="0"/>
          </a:p>
        </p:txBody>
      </p:sp>
      <p:sp>
        <p:nvSpPr>
          <p:cNvPr id="3" name="Θέση περιεχομένου 2">
            <a:extLst>
              <a:ext uri="{FF2B5EF4-FFF2-40B4-BE49-F238E27FC236}">
                <a16:creationId xmlns:a16="http://schemas.microsoft.com/office/drawing/2014/main" id="{FF4EDB82-8C86-AB8A-1B27-A2ED7AC27D10}"/>
              </a:ext>
            </a:extLst>
          </p:cNvPr>
          <p:cNvSpPr>
            <a:spLocks noGrp="1"/>
          </p:cNvSpPr>
          <p:nvPr>
            <p:ph idx="1"/>
          </p:nvPr>
        </p:nvSpPr>
        <p:spPr/>
        <p:txBody>
          <a:bodyPr/>
          <a:lstStyle/>
          <a:p>
            <a:endParaRPr lang="en-US"/>
          </a:p>
        </p:txBody>
      </p:sp>
      <p:sp>
        <p:nvSpPr>
          <p:cNvPr id="5" name="Box 20">
            <a:extLst>
              <a:ext uri="{FF2B5EF4-FFF2-40B4-BE49-F238E27FC236}">
                <a16:creationId xmlns:a16="http://schemas.microsoft.com/office/drawing/2014/main" id="{45BEB9FF-5926-D631-D672-2B11FA67B774}"/>
              </a:ext>
            </a:extLst>
          </p:cNvPr>
          <p:cNvSpPr/>
          <p:nvPr/>
        </p:nvSpPr>
        <p:spPr>
          <a:xfrm>
            <a:off x="685800" y="1572768"/>
            <a:ext cx="2560320" cy="3611880"/>
          </a:xfrm>
          <a:prstGeom prst="roundRect">
            <a:avLst/>
          </a:prstGeom>
          <a:solidFill>
            <a:srgbClr val="FFFFFF"/>
          </a:solidFill>
          <a:ln w="12700">
            <a:solidFill>
              <a:srgbClr val="E2E7EE"/>
            </a:solidFill>
          </a:ln>
        </p:spPr>
      </p:sp>
      <p:sp>
        <p:nvSpPr>
          <p:cNvPr id="7" name="Text 22">
            <a:extLst>
              <a:ext uri="{FF2B5EF4-FFF2-40B4-BE49-F238E27FC236}">
                <a16:creationId xmlns:a16="http://schemas.microsoft.com/office/drawing/2014/main" id="{C18491E4-C8A3-68DF-9208-D2ED6E27FFD0}"/>
              </a:ext>
            </a:extLst>
          </p:cNvPr>
          <p:cNvSpPr/>
          <p:nvPr/>
        </p:nvSpPr>
        <p:spPr>
          <a:xfrm>
            <a:off x="905256" y="1719072"/>
            <a:ext cx="2157984" cy="228600"/>
          </a:xfrm>
          <a:prstGeom prst="rect">
            <a:avLst/>
          </a:prstGeom>
          <a:noFill/>
          <a:ln>
            <a:noFill/>
          </a:ln>
        </p:spPr>
        <p:txBody>
          <a:bodyPr wrap="square" lIns="0" tIns="0" rIns="0" bIns="0" anchor="ctr"/>
          <a:lstStyle/>
          <a:p>
            <a:pPr algn="l"/>
            <a:r>
              <a:rPr lang="en-US" sz="1000" b="1">
                <a:solidFill>
                  <a:srgbClr val="5B7CFA"/>
                </a:solidFill>
                <a:latin typeface="Aptos"/>
              </a:rPr>
              <a:t>ARCHITECTURE</a:t>
            </a:r>
            <a:endParaRPr lang="en-US" sz="1000"/>
          </a:p>
        </p:txBody>
      </p:sp>
      <p:sp>
        <p:nvSpPr>
          <p:cNvPr id="9" name="Text 23">
            <a:extLst>
              <a:ext uri="{FF2B5EF4-FFF2-40B4-BE49-F238E27FC236}">
                <a16:creationId xmlns:a16="http://schemas.microsoft.com/office/drawing/2014/main" id="{924A617A-5576-E10F-E758-1B38A82A814D}"/>
              </a:ext>
            </a:extLst>
          </p:cNvPr>
          <p:cNvSpPr/>
          <p:nvPr/>
        </p:nvSpPr>
        <p:spPr>
          <a:xfrm>
            <a:off x="9052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System structure</a:t>
            </a:r>
            <a:endParaRPr lang="en-US" sz="1700"/>
          </a:p>
        </p:txBody>
      </p:sp>
      <p:sp>
        <p:nvSpPr>
          <p:cNvPr id="11" name="Text 24">
            <a:extLst>
              <a:ext uri="{FF2B5EF4-FFF2-40B4-BE49-F238E27FC236}">
                <a16:creationId xmlns:a16="http://schemas.microsoft.com/office/drawing/2014/main" id="{D6EB37C7-E7E8-942B-467B-D5ABBAB7E1C0}"/>
              </a:ext>
            </a:extLst>
          </p:cNvPr>
          <p:cNvSpPr/>
          <p:nvPr/>
        </p:nvSpPr>
        <p:spPr>
          <a:xfrm>
            <a:off x="9052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Components, services, layers, communication and deployment topology.</a:t>
            </a:r>
            <a:endParaRPr lang="en-US" sz="1400"/>
          </a:p>
        </p:txBody>
      </p:sp>
      <p:sp>
        <p:nvSpPr>
          <p:cNvPr id="13" name="Box 30">
            <a:extLst>
              <a:ext uri="{FF2B5EF4-FFF2-40B4-BE49-F238E27FC236}">
                <a16:creationId xmlns:a16="http://schemas.microsoft.com/office/drawing/2014/main" id="{5CE77853-3716-B3C6-2207-607075EA9959}"/>
              </a:ext>
            </a:extLst>
          </p:cNvPr>
          <p:cNvSpPr/>
          <p:nvPr/>
        </p:nvSpPr>
        <p:spPr>
          <a:xfrm>
            <a:off x="3429000" y="1572768"/>
            <a:ext cx="2560320" cy="3611880"/>
          </a:xfrm>
          <a:prstGeom prst="roundRect">
            <a:avLst/>
          </a:prstGeom>
          <a:solidFill>
            <a:srgbClr val="FFFFFF"/>
          </a:solidFill>
          <a:ln w="12700">
            <a:solidFill>
              <a:srgbClr val="E2E7EE"/>
            </a:solidFill>
          </a:ln>
        </p:spPr>
      </p:sp>
      <p:sp>
        <p:nvSpPr>
          <p:cNvPr id="15" name="Text 32">
            <a:extLst>
              <a:ext uri="{FF2B5EF4-FFF2-40B4-BE49-F238E27FC236}">
                <a16:creationId xmlns:a16="http://schemas.microsoft.com/office/drawing/2014/main" id="{67F8C924-3388-DD09-0A90-D5F4CA221D32}"/>
              </a:ext>
            </a:extLst>
          </p:cNvPr>
          <p:cNvSpPr/>
          <p:nvPr/>
        </p:nvSpPr>
        <p:spPr>
          <a:xfrm>
            <a:off x="3648456" y="1719072"/>
            <a:ext cx="2157984" cy="228600"/>
          </a:xfrm>
          <a:prstGeom prst="rect">
            <a:avLst/>
          </a:prstGeom>
          <a:noFill/>
          <a:ln>
            <a:noFill/>
          </a:ln>
        </p:spPr>
        <p:txBody>
          <a:bodyPr wrap="square" lIns="0" tIns="0" rIns="0" bIns="0" anchor="ctr"/>
          <a:lstStyle/>
          <a:p>
            <a:pPr algn="l"/>
            <a:r>
              <a:rPr lang="en-US" sz="1000" b="1">
                <a:solidFill>
                  <a:srgbClr val="25B7A5"/>
                </a:solidFill>
                <a:latin typeface="Aptos"/>
              </a:rPr>
              <a:t>DATA</a:t>
            </a:r>
            <a:endParaRPr lang="en-US" sz="1000"/>
          </a:p>
        </p:txBody>
      </p:sp>
      <p:sp>
        <p:nvSpPr>
          <p:cNvPr id="17" name="Text 33">
            <a:extLst>
              <a:ext uri="{FF2B5EF4-FFF2-40B4-BE49-F238E27FC236}">
                <a16:creationId xmlns:a16="http://schemas.microsoft.com/office/drawing/2014/main" id="{D961BE2A-DF51-A780-7522-0976AE110EAD}"/>
              </a:ext>
            </a:extLst>
          </p:cNvPr>
          <p:cNvSpPr/>
          <p:nvPr/>
        </p:nvSpPr>
        <p:spPr>
          <a:xfrm>
            <a:off x="36484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Data</a:t>
            </a:r>
            <a:endParaRPr lang="en-US" sz="1700"/>
          </a:p>
        </p:txBody>
      </p:sp>
      <p:sp>
        <p:nvSpPr>
          <p:cNvPr id="19" name="Text 34">
            <a:extLst>
              <a:ext uri="{FF2B5EF4-FFF2-40B4-BE49-F238E27FC236}">
                <a16:creationId xmlns:a16="http://schemas.microsoft.com/office/drawing/2014/main" id="{F471EE6E-DFBA-B034-829C-1F3358F315BE}"/>
              </a:ext>
            </a:extLst>
          </p:cNvPr>
          <p:cNvSpPr/>
          <p:nvPr/>
        </p:nvSpPr>
        <p:spPr>
          <a:xfrm>
            <a:off x="36484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Models, storage, consistency, privacy and lifecycle.</a:t>
            </a:r>
            <a:endParaRPr lang="en-US" sz="1400"/>
          </a:p>
        </p:txBody>
      </p:sp>
      <p:sp>
        <p:nvSpPr>
          <p:cNvPr id="21" name="Box 40">
            <a:extLst>
              <a:ext uri="{FF2B5EF4-FFF2-40B4-BE49-F238E27FC236}">
                <a16:creationId xmlns:a16="http://schemas.microsoft.com/office/drawing/2014/main" id="{F1E99863-C831-A1E2-B0AA-2E3FE3E09B70}"/>
              </a:ext>
            </a:extLst>
          </p:cNvPr>
          <p:cNvSpPr/>
          <p:nvPr/>
        </p:nvSpPr>
        <p:spPr>
          <a:xfrm>
            <a:off x="6172200" y="1572768"/>
            <a:ext cx="2560320" cy="3611880"/>
          </a:xfrm>
          <a:prstGeom prst="roundRect">
            <a:avLst/>
          </a:prstGeom>
          <a:solidFill>
            <a:srgbClr val="FFFFFF"/>
          </a:solidFill>
          <a:ln w="12700">
            <a:solidFill>
              <a:srgbClr val="E2E7EE"/>
            </a:solidFill>
          </a:ln>
        </p:spPr>
      </p:sp>
      <p:sp>
        <p:nvSpPr>
          <p:cNvPr id="23" name="Text 42">
            <a:extLst>
              <a:ext uri="{FF2B5EF4-FFF2-40B4-BE49-F238E27FC236}">
                <a16:creationId xmlns:a16="http://schemas.microsoft.com/office/drawing/2014/main" id="{C15E69DD-4ECC-1366-C967-287CE8D16572}"/>
              </a:ext>
            </a:extLst>
          </p:cNvPr>
          <p:cNvSpPr/>
          <p:nvPr/>
        </p:nvSpPr>
        <p:spPr>
          <a:xfrm>
            <a:off x="6391656" y="1719072"/>
            <a:ext cx="2157984" cy="228600"/>
          </a:xfrm>
          <a:prstGeom prst="rect">
            <a:avLst/>
          </a:prstGeom>
          <a:noFill/>
          <a:ln>
            <a:noFill/>
          </a:ln>
        </p:spPr>
        <p:txBody>
          <a:bodyPr wrap="square" lIns="0" tIns="0" rIns="0" bIns="0" anchor="ctr"/>
          <a:lstStyle/>
          <a:p>
            <a:pPr algn="l"/>
            <a:r>
              <a:rPr lang="en-US" sz="1000" b="1">
                <a:solidFill>
                  <a:srgbClr val="F6B44C"/>
                </a:solidFill>
                <a:latin typeface="Aptos"/>
              </a:rPr>
              <a:t>INTERFACES</a:t>
            </a:r>
            <a:endParaRPr lang="en-US" sz="1000"/>
          </a:p>
        </p:txBody>
      </p:sp>
      <p:sp>
        <p:nvSpPr>
          <p:cNvPr id="25" name="Text 43">
            <a:extLst>
              <a:ext uri="{FF2B5EF4-FFF2-40B4-BE49-F238E27FC236}">
                <a16:creationId xmlns:a16="http://schemas.microsoft.com/office/drawing/2014/main" id="{90E34989-5D42-4D18-F60D-48035A367B02}"/>
              </a:ext>
            </a:extLst>
          </p:cNvPr>
          <p:cNvSpPr/>
          <p:nvPr/>
        </p:nvSpPr>
        <p:spPr>
          <a:xfrm>
            <a:off x="63916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Interfaces</a:t>
            </a:r>
            <a:endParaRPr lang="en-US" sz="1700"/>
          </a:p>
        </p:txBody>
      </p:sp>
      <p:sp>
        <p:nvSpPr>
          <p:cNvPr id="27" name="Text 44">
            <a:extLst>
              <a:ext uri="{FF2B5EF4-FFF2-40B4-BE49-F238E27FC236}">
                <a16:creationId xmlns:a16="http://schemas.microsoft.com/office/drawing/2014/main" id="{C1B4A22D-4776-E126-B756-6CA106B1A43F}"/>
              </a:ext>
            </a:extLst>
          </p:cNvPr>
          <p:cNvSpPr/>
          <p:nvPr/>
        </p:nvSpPr>
        <p:spPr>
          <a:xfrm>
            <a:off x="63916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APIs, UI, conventions, protocols and user interaction.</a:t>
            </a:r>
            <a:endParaRPr lang="en-US" sz="1400"/>
          </a:p>
        </p:txBody>
      </p:sp>
      <p:sp>
        <p:nvSpPr>
          <p:cNvPr id="29" name="Box 50">
            <a:extLst>
              <a:ext uri="{FF2B5EF4-FFF2-40B4-BE49-F238E27FC236}">
                <a16:creationId xmlns:a16="http://schemas.microsoft.com/office/drawing/2014/main" id="{430CF02F-E0F5-DACA-4D4C-A49A53E0D8A0}"/>
              </a:ext>
            </a:extLst>
          </p:cNvPr>
          <p:cNvSpPr/>
          <p:nvPr/>
        </p:nvSpPr>
        <p:spPr>
          <a:xfrm>
            <a:off x="8915400" y="1572768"/>
            <a:ext cx="2560320" cy="3611880"/>
          </a:xfrm>
          <a:prstGeom prst="roundRect">
            <a:avLst/>
          </a:prstGeom>
          <a:solidFill>
            <a:srgbClr val="FFFFFF"/>
          </a:solidFill>
          <a:ln w="12700">
            <a:solidFill>
              <a:srgbClr val="E2E7EE"/>
            </a:solidFill>
          </a:ln>
        </p:spPr>
      </p:sp>
      <p:sp>
        <p:nvSpPr>
          <p:cNvPr id="31" name="Text 52">
            <a:extLst>
              <a:ext uri="{FF2B5EF4-FFF2-40B4-BE49-F238E27FC236}">
                <a16:creationId xmlns:a16="http://schemas.microsoft.com/office/drawing/2014/main" id="{9BA174B2-F4E3-F0B3-79E1-50C635477DE5}"/>
              </a:ext>
            </a:extLst>
          </p:cNvPr>
          <p:cNvSpPr/>
          <p:nvPr/>
        </p:nvSpPr>
        <p:spPr>
          <a:xfrm>
            <a:off x="9134856" y="1719072"/>
            <a:ext cx="2157984" cy="228600"/>
          </a:xfrm>
          <a:prstGeom prst="rect">
            <a:avLst/>
          </a:prstGeom>
          <a:noFill/>
          <a:ln>
            <a:noFill/>
          </a:ln>
        </p:spPr>
        <p:txBody>
          <a:bodyPr wrap="square" lIns="0" tIns="0" rIns="0" bIns="0" anchor="ctr"/>
          <a:lstStyle/>
          <a:p>
            <a:pPr algn="l"/>
            <a:r>
              <a:rPr lang="en-US" sz="1000" b="1">
                <a:solidFill>
                  <a:srgbClr val="D06B4F"/>
                </a:solidFill>
                <a:latin typeface="Aptos"/>
              </a:rPr>
              <a:t>TRADE-OFFS</a:t>
            </a:r>
            <a:endParaRPr lang="en-US" sz="1000"/>
          </a:p>
        </p:txBody>
      </p:sp>
      <p:sp>
        <p:nvSpPr>
          <p:cNvPr id="33" name="Text 53">
            <a:extLst>
              <a:ext uri="{FF2B5EF4-FFF2-40B4-BE49-F238E27FC236}">
                <a16:creationId xmlns:a16="http://schemas.microsoft.com/office/drawing/2014/main" id="{FBC16F56-E2F5-57B8-423F-48F3693607A1}"/>
              </a:ext>
            </a:extLst>
          </p:cNvPr>
          <p:cNvSpPr/>
          <p:nvPr/>
        </p:nvSpPr>
        <p:spPr>
          <a:xfrm>
            <a:off x="91348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Decisions</a:t>
            </a:r>
            <a:endParaRPr lang="en-US" sz="1700"/>
          </a:p>
        </p:txBody>
      </p:sp>
      <p:sp>
        <p:nvSpPr>
          <p:cNvPr id="35" name="Text 54">
            <a:extLst>
              <a:ext uri="{FF2B5EF4-FFF2-40B4-BE49-F238E27FC236}">
                <a16:creationId xmlns:a16="http://schemas.microsoft.com/office/drawing/2014/main" id="{658910AB-2C03-723C-FF64-73F933988FBC}"/>
              </a:ext>
            </a:extLst>
          </p:cNvPr>
          <p:cNvSpPr/>
          <p:nvPr/>
        </p:nvSpPr>
        <p:spPr>
          <a:xfrm>
            <a:off x="91348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Performance, security, cost, scalability and maintainability.</a:t>
            </a:r>
            <a:endParaRPr lang="en-US" sz="1400"/>
          </a:p>
        </p:txBody>
      </p:sp>
      <p:sp>
        <p:nvSpPr>
          <p:cNvPr id="37" name="Text 60">
            <a:extLst>
              <a:ext uri="{FF2B5EF4-FFF2-40B4-BE49-F238E27FC236}">
                <a16:creationId xmlns:a16="http://schemas.microsoft.com/office/drawing/2014/main" id="{0C58AD4A-6037-C747-910A-9BE418BD8AC2}"/>
              </a:ext>
            </a:extLst>
          </p:cNvPr>
          <p:cNvSpPr/>
          <p:nvPr/>
        </p:nvSpPr>
        <p:spPr>
          <a:xfrm>
            <a:off x="914400" y="5596128"/>
            <a:ext cx="10332720" cy="274320"/>
          </a:xfrm>
          <a:prstGeom prst="rect">
            <a:avLst/>
          </a:prstGeom>
          <a:noFill/>
          <a:ln>
            <a:noFill/>
          </a:ln>
        </p:spPr>
        <p:txBody>
          <a:bodyPr wrap="square" lIns="0" tIns="0" rIns="0" bIns="0" anchor="ctr"/>
          <a:lstStyle/>
          <a:p>
            <a:pPr algn="l"/>
            <a:r>
              <a:rPr lang="en-US" sz="1500" b="1">
                <a:solidFill>
                  <a:srgbClr val="172033"/>
                </a:solidFill>
                <a:latin typeface="Aptos"/>
              </a:rPr>
              <a:t>Good design means documented trade-offs — not the most complicated diagram.</a:t>
            </a:r>
            <a:endParaRPr lang="en-US" sz="1500"/>
          </a:p>
        </p:txBody>
      </p:sp>
    </p:spTree>
    <p:extLst>
      <p:ext uri="{BB962C8B-B14F-4D97-AF65-F5344CB8AC3E}">
        <p14:creationId xmlns:p14="http://schemas.microsoft.com/office/powerpoint/2010/main" val="1891288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146DE17-37C1-AE1D-F1B5-9C358BC52A7C}"/>
              </a:ext>
            </a:extLst>
          </p:cNvPr>
          <p:cNvSpPr>
            <a:spLocks noGrp="1"/>
          </p:cNvSpPr>
          <p:nvPr>
            <p:ph type="title"/>
          </p:nvPr>
        </p:nvSpPr>
        <p:spPr/>
        <p:txBody>
          <a:bodyPr>
            <a:normAutofit fontScale="90000"/>
          </a:bodyPr>
          <a:lstStyle/>
          <a:p>
            <a:r>
              <a:rPr lang="en-US" dirty="0"/>
              <a:t>3. Code implementation and management</a:t>
            </a:r>
            <a:br>
              <a:rPr lang="en-US" dirty="0"/>
            </a:br>
            <a:endParaRPr lang="en-US" dirty="0"/>
          </a:p>
        </p:txBody>
      </p:sp>
      <p:sp>
        <p:nvSpPr>
          <p:cNvPr id="3" name="Θέση περιεχομένου 2">
            <a:extLst>
              <a:ext uri="{FF2B5EF4-FFF2-40B4-BE49-F238E27FC236}">
                <a16:creationId xmlns:a16="http://schemas.microsoft.com/office/drawing/2014/main" id="{9BACC2CD-94B6-7B6C-C225-CA22775D0396}"/>
              </a:ext>
            </a:extLst>
          </p:cNvPr>
          <p:cNvSpPr>
            <a:spLocks noGrp="1"/>
          </p:cNvSpPr>
          <p:nvPr>
            <p:ph idx="1"/>
          </p:nvPr>
        </p:nvSpPr>
        <p:spPr/>
        <p:txBody>
          <a:bodyPr/>
          <a:lstStyle/>
          <a:p>
            <a:endParaRPr lang="en-US"/>
          </a:p>
        </p:txBody>
      </p:sp>
      <p:sp>
        <p:nvSpPr>
          <p:cNvPr id="5" name="Box 20">
            <a:extLst>
              <a:ext uri="{FF2B5EF4-FFF2-40B4-BE49-F238E27FC236}">
                <a16:creationId xmlns:a16="http://schemas.microsoft.com/office/drawing/2014/main" id="{7C91EC03-8DFC-851C-F22B-A41FF9568824}"/>
              </a:ext>
            </a:extLst>
          </p:cNvPr>
          <p:cNvSpPr/>
          <p:nvPr/>
        </p:nvSpPr>
        <p:spPr>
          <a:xfrm>
            <a:off x="685800" y="1572768"/>
            <a:ext cx="3401568" cy="3611880"/>
          </a:xfrm>
          <a:prstGeom prst="roundRect">
            <a:avLst/>
          </a:prstGeom>
          <a:solidFill>
            <a:srgbClr val="FFFFFF"/>
          </a:solidFill>
          <a:ln w="12700">
            <a:solidFill>
              <a:srgbClr val="E2E7EE"/>
            </a:solidFill>
          </a:ln>
        </p:spPr>
      </p:sp>
      <p:sp>
        <p:nvSpPr>
          <p:cNvPr id="7" name="Text 22">
            <a:extLst>
              <a:ext uri="{FF2B5EF4-FFF2-40B4-BE49-F238E27FC236}">
                <a16:creationId xmlns:a16="http://schemas.microsoft.com/office/drawing/2014/main" id="{A68A65E9-8762-7ABC-B38A-164B14D62D12}"/>
              </a:ext>
            </a:extLst>
          </p:cNvPr>
          <p:cNvSpPr/>
          <p:nvPr/>
        </p:nvSpPr>
        <p:spPr>
          <a:xfrm>
            <a:off x="905256" y="1719072"/>
            <a:ext cx="2999232" cy="228600"/>
          </a:xfrm>
          <a:prstGeom prst="rect">
            <a:avLst/>
          </a:prstGeom>
          <a:noFill/>
          <a:ln>
            <a:noFill/>
          </a:ln>
        </p:spPr>
        <p:txBody>
          <a:bodyPr wrap="square" lIns="0" tIns="0" rIns="0" bIns="0" anchor="ctr"/>
          <a:lstStyle/>
          <a:p>
            <a:pPr algn="l"/>
            <a:r>
              <a:rPr lang="en-US" sz="1000" b="1">
                <a:solidFill>
                  <a:srgbClr val="5B7CFA"/>
                </a:solidFill>
                <a:latin typeface="Aptos"/>
              </a:rPr>
              <a:t>CODE</a:t>
            </a:r>
            <a:endParaRPr lang="en-US" sz="1000"/>
          </a:p>
        </p:txBody>
      </p:sp>
      <p:sp>
        <p:nvSpPr>
          <p:cNvPr id="9" name="Text 23">
            <a:extLst>
              <a:ext uri="{FF2B5EF4-FFF2-40B4-BE49-F238E27FC236}">
                <a16:creationId xmlns:a16="http://schemas.microsoft.com/office/drawing/2014/main" id="{A19E6F4F-2D7A-591B-B191-0492E309491F}"/>
              </a:ext>
            </a:extLst>
          </p:cNvPr>
          <p:cNvSpPr/>
          <p:nvPr/>
        </p:nvSpPr>
        <p:spPr>
          <a:xfrm>
            <a:off x="905256" y="2029968"/>
            <a:ext cx="2999232" cy="384048"/>
          </a:xfrm>
          <a:prstGeom prst="rect">
            <a:avLst/>
          </a:prstGeom>
          <a:noFill/>
          <a:ln>
            <a:noFill/>
          </a:ln>
        </p:spPr>
        <p:txBody>
          <a:bodyPr wrap="square" lIns="0" tIns="0" rIns="0" bIns="0" anchor="ctr"/>
          <a:lstStyle/>
          <a:p>
            <a:pPr algn="l"/>
            <a:r>
              <a:rPr lang="en-US" sz="1700" b="1">
                <a:solidFill>
                  <a:srgbClr val="172033"/>
                </a:solidFill>
                <a:latin typeface="Aptos"/>
              </a:rPr>
              <a:t>Construction</a:t>
            </a:r>
            <a:endParaRPr lang="en-US" sz="1700"/>
          </a:p>
        </p:txBody>
      </p:sp>
      <p:sp>
        <p:nvSpPr>
          <p:cNvPr id="11" name="Text 24">
            <a:extLst>
              <a:ext uri="{FF2B5EF4-FFF2-40B4-BE49-F238E27FC236}">
                <a16:creationId xmlns:a16="http://schemas.microsoft.com/office/drawing/2014/main" id="{028F2B9D-295F-248A-CC6D-2AA75C9D3DF5}"/>
              </a:ext>
            </a:extLst>
          </p:cNvPr>
          <p:cNvSpPr/>
          <p:nvPr/>
        </p:nvSpPr>
        <p:spPr>
          <a:xfrm>
            <a:off x="905256" y="2468880"/>
            <a:ext cx="2999232" cy="2587752"/>
          </a:xfrm>
          <a:prstGeom prst="rect">
            <a:avLst/>
          </a:prstGeom>
          <a:noFill/>
          <a:ln>
            <a:noFill/>
          </a:ln>
        </p:spPr>
        <p:txBody>
          <a:bodyPr wrap="square" lIns="0" tIns="0" rIns="0" bIns="0" anchor="ctr"/>
          <a:lstStyle/>
          <a:p>
            <a:pPr algn="l"/>
            <a:r>
              <a:rPr lang="en-US" sz="1400">
                <a:solidFill>
                  <a:srgbClr val="536174"/>
                </a:solidFill>
                <a:latin typeface="Aptos"/>
              </a:rPr>
              <a:t>Converting design into functional, readable and maintainable code.</a:t>
            </a:r>
            <a:endParaRPr lang="en-US" sz="1400"/>
          </a:p>
        </p:txBody>
      </p:sp>
      <p:sp>
        <p:nvSpPr>
          <p:cNvPr id="13" name="Box 30">
            <a:extLst>
              <a:ext uri="{FF2B5EF4-FFF2-40B4-BE49-F238E27FC236}">
                <a16:creationId xmlns:a16="http://schemas.microsoft.com/office/drawing/2014/main" id="{81BB2F00-86E7-2EC8-358D-8B208902ABDB}"/>
              </a:ext>
            </a:extLst>
          </p:cNvPr>
          <p:cNvSpPr/>
          <p:nvPr/>
        </p:nvSpPr>
        <p:spPr>
          <a:xfrm>
            <a:off x="4389120" y="1572768"/>
            <a:ext cx="3401568" cy="3611880"/>
          </a:xfrm>
          <a:prstGeom prst="roundRect">
            <a:avLst/>
          </a:prstGeom>
          <a:solidFill>
            <a:srgbClr val="FFFFFF"/>
          </a:solidFill>
          <a:ln w="12700">
            <a:solidFill>
              <a:srgbClr val="E2E7EE"/>
            </a:solidFill>
          </a:ln>
        </p:spPr>
      </p:sp>
      <p:sp>
        <p:nvSpPr>
          <p:cNvPr id="15" name="Text 32">
            <a:extLst>
              <a:ext uri="{FF2B5EF4-FFF2-40B4-BE49-F238E27FC236}">
                <a16:creationId xmlns:a16="http://schemas.microsoft.com/office/drawing/2014/main" id="{5F8D6586-D0EA-58C4-BBCD-A6E794CBB1EC}"/>
              </a:ext>
            </a:extLst>
          </p:cNvPr>
          <p:cNvSpPr/>
          <p:nvPr/>
        </p:nvSpPr>
        <p:spPr>
          <a:xfrm>
            <a:off x="4608576" y="1719072"/>
            <a:ext cx="2999232" cy="228600"/>
          </a:xfrm>
          <a:prstGeom prst="rect">
            <a:avLst/>
          </a:prstGeom>
          <a:noFill/>
          <a:ln>
            <a:noFill/>
          </a:ln>
        </p:spPr>
        <p:txBody>
          <a:bodyPr wrap="square" lIns="0" tIns="0" rIns="0" bIns="0" anchor="ctr"/>
          <a:lstStyle/>
          <a:p>
            <a:pPr algn="l"/>
            <a:r>
              <a:rPr lang="en-US" sz="1000" b="1">
                <a:solidFill>
                  <a:srgbClr val="25B7A5"/>
                </a:solidFill>
                <a:latin typeface="Aptos"/>
              </a:rPr>
              <a:t>VERSION CONTROL</a:t>
            </a:r>
            <a:endParaRPr lang="en-US" sz="1000"/>
          </a:p>
        </p:txBody>
      </p:sp>
      <p:sp>
        <p:nvSpPr>
          <p:cNvPr id="17" name="Text 33">
            <a:extLst>
              <a:ext uri="{FF2B5EF4-FFF2-40B4-BE49-F238E27FC236}">
                <a16:creationId xmlns:a16="http://schemas.microsoft.com/office/drawing/2014/main" id="{5B91353F-D817-C59C-F287-A156D14BAEBA}"/>
              </a:ext>
            </a:extLst>
          </p:cNvPr>
          <p:cNvSpPr/>
          <p:nvPr/>
        </p:nvSpPr>
        <p:spPr>
          <a:xfrm>
            <a:off x="4608576" y="2029968"/>
            <a:ext cx="2999232" cy="384048"/>
          </a:xfrm>
          <a:prstGeom prst="rect">
            <a:avLst/>
          </a:prstGeom>
          <a:noFill/>
          <a:ln>
            <a:noFill/>
          </a:ln>
        </p:spPr>
        <p:txBody>
          <a:bodyPr wrap="square" lIns="0" tIns="0" rIns="0" bIns="0" anchor="ctr"/>
          <a:lstStyle/>
          <a:p>
            <a:pPr algn="l"/>
            <a:r>
              <a:rPr lang="en-US" sz="1700" b="1">
                <a:solidFill>
                  <a:srgbClr val="172033"/>
                </a:solidFill>
                <a:latin typeface="Aptos"/>
              </a:rPr>
              <a:t>Change history</a:t>
            </a:r>
            <a:endParaRPr lang="en-US" sz="1700"/>
          </a:p>
        </p:txBody>
      </p:sp>
      <p:sp>
        <p:nvSpPr>
          <p:cNvPr id="19" name="Text 34">
            <a:extLst>
              <a:ext uri="{FF2B5EF4-FFF2-40B4-BE49-F238E27FC236}">
                <a16:creationId xmlns:a16="http://schemas.microsoft.com/office/drawing/2014/main" id="{12C792BC-0818-4D3D-54D2-30B4AE8C4616}"/>
              </a:ext>
            </a:extLst>
          </p:cNvPr>
          <p:cNvSpPr/>
          <p:nvPr/>
        </p:nvSpPr>
        <p:spPr>
          <a:xfrm>
            <a:off x="4608576" y="2468880"/>
            <a:ext cx="2999232" cy="2587752"/>
          </a:xfrm>
          <a:prstGeom prst="rect">
            <a:avLst/>
          </a:prstGeom>
          <a:noFill/>
          <a:ln>
            <a:noFill/>
          </a:ln>
        </p:spPr>
        <p:txBody>
          <a:bodyPr wrap="square" lIns="0" tIns="0" rIns="0" bIns="0" anchor="ctr"/>
          <a:lstStyle/>
          <a:p>
            <a:pPr algn="l"/>
            <a:r>
              <a:rPr lang="en-US" sz="1400">
                <a:solidFill>
                  <a:srgbClr val="536174"/>
                </a:solidFill>
                <a:latin typeface="Aptos"/>
              </a:rPr>
              <a:t>Branches, commits, reviews and secure collaboration between multiple developers.</a:t>
            </a:r>
            <a:endParaRPr lang="en-US" sz="1400"/>
          </a:p>
        </p:txBody>
      </p:sp>
      <p:sp>
        <p:nvSpPr>
          <p:cNvPr id="21" name="Box 40">
            <a:extLst>
              <a:ext uri="{FF2B5EF4-FFF2-40B4-BE49-F238E27FC236}">
                <a16:creationId xmlns:a16="http://schemas.microsoft.com/office/drawing/2014/main" id="{E9052E67-E40C-189E-88AF-2D1F17EB0234}"/>
              </a:ext>
            </a:extLst>
          </p:cNvPr>
          <p:cNvSpPr/>
          <p:nvPr/>
        </p:nvSpPr>
        <p:spPr>
          <a:xfrm>
            <a:off x="8092440" y="1572768"/>
            <a:ext cx="3401568" cy="3611880"/>
          </a:xfrm>
          <a:prstGeom prst="roundRect">
            <a:avLst/>
          </a:prstGeom>
          <a:solidFill>
            <a:srgbClr val="FFFFFF"/>
          </a:solidFill>
          <a:ln w="12700">
            <a:solidFill>
              <a:srgbClr val="E2E7EE"/>
            </a:solidFill>
          </a:ln>
        </p:spPr>
      </p:sp>
      <p:sp>
        <p:nvSpPr>
          <p:cNvPr id="23" name="Text 42">
            <a:extLst>
              <a:ext uri="{FF2B5EF4-FFF2-40B4-BE49-F238E27FC236}">
                <a16:creationId xmlns:a16="http://schemas.microsoft.com/office/drawing/2014/main" id="{D826B03F-8A1B-CBDA-E5CD-F76A6F78BA2C}"/>
              </a:ext>
            </a:extLst>
          </p:cNvPr>
          <p:cNvSpPr/>
          <p:nvPr/>
        </p:nvSpPr>
        <p:spPr>
          <a:xfrm>
            <a:off x="8311896" y="1719072"/>
            <a:ext cx="2999232" cy="228600"/>
          </a:xfrm>
          <a:prstGeom prst="rect">
            <a:avLst/>
          </a:prstGeom>
          <a:noFill/>
          <a:ln>
            <a:noFill/>
          </a:ln>
        </p:spPr>
        <p:txBody>
          <a:bodyPr wrap="square" lIns="0" tIns="0" rIns="0" bIns="0" anchor="ctr"/>
          <a:lstStyle/>
          <a:p>
            <a:pPr algn="l"/>
            <a:r>
              <a:rPr lang="en-US" sz="1000" b="1">
                <a:solidFill>
                  <a:srgbClr val="F6B44C"/>
                </a:solidFill>
                <a:latin typeface="Aptos"/>
              </a:rPr>
              <a:t>BUILD</a:t>
            </a:r>
            <a:endParaRPr lang="en-US" sz="1000"/>
          </a:p>
        </p:txBody>
      </p:sp>
      <p:sp>
        <p:nvSpPr>
          <p:cNvPr id="25" name="Text 43">
            <a:extLst>
              <a:ext uri="{FF2B5EF4-FFF2-40B4-BE49-F238E27FC236}">
                <a16:creationId xmlns:a16="http://schemas.microsoft.com/office/drawing/2014/main" id="{C0647B2D-7BBB-09CA-9631-9D1A471DCB24}"/>
              </a:ext>
            </a:extLst>
          </p:cNvPr>
          <p:cNvSpPr/>
          <p:nvPr/>
        </p:nvSpPr>
        <p:spPr>
          <a:xfrm>
            <a:off x="8311896" y="2029968"/>
            <a:ext cx="2999232" cy="384048"/>
          </a:xfrm>
          <a:prstGeom prst="rect">
            <a:avLst/>
          </a:prstGeom>
          <a:noFill/>
          <a:ln>
            <a:noFill/>
          </a:ln>
        </p:spPr>
        <p:txBody>
          <a:bodyPr wrap="square" lIns="0" tIns="0" rIns="0" bIns="0" anchor="ctr"/>
          <a:lstStyle/>
          <a:p>
            <a:pPr algn="l"/>
            <a:r>
              <a:rPr lang="en-US" sz="1700" b="1">
                <a:solidFill>
                  <a:srgbClr val="172033"/>
                </a:solidFill>
                <a:latin typeface="Aptos"/>
              </a:rPr>
              <a:t>Automation</a:t>
            </a:r>
            <a:endParaRPr lang="en-US" sz="1700"/>
          </a:p>
        </p:txBody>
      </p:sp>
      <p:sp>
        <p:nvSpPr>
          <p:cNvPr id="27" name="Text 44">
            <a:extLst>
              <a:ext uri="{FF2B5EF4-FFF2-40B4-BE49-F238E27FC236}">
                <a16:creationId xmlns:a16="http://schemas.microsoft.com/office/drawing/2014/main" id="{986C766D-7B01-DA57-E797-B499E1420F77}"/>
              </a:ext>
            </a:extLst>
          </p:cNvPr>
          <p:cNvSpPr/>
          <p:nvPr/>
        </p:nvSpPr>
        <p:spPr>
          <a:xfrm>
            <a:off x="8311896" y="2468880"/>
            <a:ext cx="2999232" cy="2587752"/>
          </a:xfrm>
          <a:prstGeom prst="rect">
            <a:avLst/>
          </a:prstGeom>
          <a:noFill/>
          <a:ln>
            <a:noFill/>
          </a:ln>
        </p:spPr>
        <p:txBody>
          <a:bodyPr wrap="square" lIns="0" tIns="0" rIns="0" bIns="0" anchor="ctr"/>
          <a:lstStyle/>
          <a:p>
            <a:pPr algn="l"/>
            <a:r>
              <a:rPr lang="en-US" sz="1400">
                <a:solidFill>
                  <a:srgbClr val="536174"/>
                </a:solidFill>
                <a:latin typeface="Aptos"/>
              </a:rPr>
              <a:t>Dependencies, repeatable builds, static analysis and continuous integration.</a:t>
            </a:r>
            <a:endParaRPr lang="en-US" sz="1400"/>
          </a:p>
        </p:txBody>
      </p:sp>
      <p:sp>
        <p:nvSpPr>
          <p:cNvPr id="29" name="Text 60">
            <a:extLst>
              <a:ext uri="{FF2B5EF4-FFF2-40B4-BE49-F238E27FC236}">
                <a16:creationId xmlns:a16="http://schemas.microsoft.com/office/drawing/2014/main" id="{AEF28CD9-F66F-59B8-D058-68E02157DB6E}"/>
              </a:ext>
            </a:extLst>
          </p:cNvPr>
          <p:cNvSpPr/>
          <p:nvPr/>
        </p:nvSpPr>
        <p:spPr>
          <a:xfrm>
            <a:off x="914400" y="5559552"/>
            <a:ext cx="10332720" cy="347472"/>
          </a:xfrm>
          <a:prstGeom prst="rect">
            <a:avLst/>
          </a:prstGeom>
          <a:noFill/>
          <a:ln>
            <a:noFill/>
          </a:ln>
        </p:spPr>
        <p:txBody>
          <a:bodyPr wrap="square" lIns="0" tIns="0" rIns="0" bIns="0" anchor="ctr"/>
          <a:lstStyle/>
          <a:p>
            <a:pPr algn="l"/>
            <a:r>
              <a:rPr lang="en-US" sz="1500" b="1">
                <a:solidFill>
                  <a:srgbClr val="172033"/>
                </a:solidFill>
                <a:latin typeface="Aptos"/>
              </a:rPr>
              <a:t>The source code must be able to be built, tested, and reproduced consistently.</a:t>
            </a:r>
            <a:endParaRPr lang="en-US" sz="1500"/>
          </a:p>
        </p:txBody>
      </p:sp>
    </p:spTree>
    <p:extLst>
      <p:ext uri="{BB962C8B-B14F-4D97-AF65-F5344CB8AC3E}">
        <p14:creationId xmlns:p14="http://schemas.microsoft.com/office/powerpoint/2010/main" val="3506190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16ED8C1-57C6-F814-352E-47FBD3D127AD}"/>
              </a:ext>
            </a:extLst>
          </p:cNvPr>
          <p:cNvSpPr>
            <a:spLocks noGrp="1"/>
          </p:cNvSpPr>
          <p:nvPr>
            <p:ph type="title"/>
          </p:nvPr>
        </p:nvSpPr>
        <p:spPr/>
        <p:txBody>
          <a:bodyPr/>
          <a:lstStyle/>
          <a:p>
            <a:r>
              <a:rPr lang="en-US" dirty="0"/>
              <a:t>4. Testing and quality assurance</a:t>
            </a:r>
            <a:br>
              <a:rPr lang="en-US" dirty="0"/>
            </a:br>
            <a:endParaRPr lang="en-US" dirty="0"/>
          </a:p>
        </p:txBody>
      </p:sp>
      <p:sp>
        <p:nvSpPr>
          <p:cNvPr id="3" name="Θέση περιεχομένου 2">
            <a:extLst>
              <a:ext uri="{FF2B5EF4-FFF2-40B4-BE49-F238E27FC236}">
                <a16:creationId xmlns:a16="http://schemas.microsoft.com/office/drawing/2014/main" id="{7CC7CA29-0DF4-CFB6-7CE0-907ADD4053A9}"/>
              </a:ext>
            </a:extLst>
          </p:cNvPr>
          <p:cNvSpPr>
            <a:spLocks noGrp="1"/>
          </p:cNvSpPr>
          <p:nvPr>
            <p:ph idx="1"/>
          </p:nvPr>
        </p:nvSpPr>
        <p:spPr/>
        <p:txBody>
          <a:bodyPr/>
          <a:lstStyle/>
          <a:p>
            <a:endParaRPr lang="en-US"/>
          </a:p>
        </p:txBody>
      </p:sp>
      <p:sp>
        <p:nvSpPr>
          <p:cNvPr id="5" name="Box 20">
            <a:extLst>
              <a:ext uri="{FF2B5EF4-FFF2-40B4-BE49-F238E27FC236}">
                <a16:creationId xmlns:a16="http://schemas.microsoft.com/office/drawing/2014/main" id="{6D004B15-033B-7CA0-32C8-02D9C3090CD3}"/>
              </a:ext>
            </a:extLst>
          </p:cNvPr>
          <p:cNvSpPr/>
          <p:nvPr/>
        </p:nvSpPr>
        <p:spPr>
          <a:xfrm>
            <a:off x="685800" y="1572768"/>
            <a:ext cx="2560320" cy="3611880"/>
          </a:xfrm>
          <a:prstGeom prst="roundRect">
            <a:avLst/>
          </a:prstGeom>
          <a:solidFill>
            <a:srgbClr val="FFFFFF"/>
          </a:solidFill>
          <a:ln w="12700">
            <a:solidFill>
              <a:srgbClr val="E2E7EE"/>
            </a:solidFill>
          </a:ln>
        </p:spPr>
      </p:sp>
      <p:sp>
        <p:nvSpPr>
          <p:cNvPr id="7" name="Text 22">
            <a:extLst>
              <a:ext uri="{FF2B5EF4-FFF2-40B4-BE49-F238E27FC236}">
                <a16:creationId xmlns:a16="http://schemas.microsoft.com/office/drawing/2014/main" id="{17F0E0B8-337B-F8DF-F521-34C565294D21}"/>
              </a:ext>
            </a:extLst>
          </p:cNvPr>
          <p:cNvSpPr/>
          <p:nvPr/>
        </p:nvSpPr>
        <p:spPr>
          <a:xfrm>
            <a:off x="905256" y="1719072"/>
            <a:ext cx="2157984" cy="228600"/>
          </a:xfrm>
          <a:prstGeom prst="rect">
            <a:avLst/>
          </a:prstGeom>
          <a:noFill/>
          <a:ln>
            <a:noFill/>
          </a:ln>
        </p:spPr>
        <p:txBody>
          <a:bodyPr wrap="square" lIns="0" tIns="0" rIns="0" bIns="0" anchor="ctr"/>
          <a:lstStyle/>
          <a:p>
            <a:pPr algn="l"/>
            <a:r>
              <a:rPr lang="en-US" sz="1000" b="1">
                <a:solidFill>
                  <a:srgbClr val="5B7CFA"/>
                </a:solidFill>
                <a:latin typeface="Aptos"/>
              </a:rPr>
              <a:t>UNIT</a:t>
            </a:r>
            <a:endParaRPr lang="en-US" sz="1000"/>
          </a:p>
        </p:txBody>
      </p:sp>
      <p:sp>
        <p:nvSpPr>
          <p:cNvPr id="9" name="Text 23">
            <a:extLst>
              <a:ext uri="{FF2B5EF4-FFF2-40B4-BE49-F238E27FC236}">
                <a16:creationId xmlns:a16="http://schemas.microsoft.com/office/drawing/2014/main" id="{E816A327-2450-D11B-E8B7-851A56B4B046}"/>
              </a:ext>
            </a:extLst>
          </p:cNvPr>
          <p:cNvSpPr/>
          <p:nvPr/>
        </p:nvSpPr>
        <p:spPr>
          <a:xfrm>
            <a:off x="9052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Unit</a:t>
            </a:r>
            <a:endParaRPr lang="en-US" sz="1700"/>
          </a:p>
        </p:txBody>
      </p:sp>
      <p:sp>
        <p:nvSpPr>
          <p:cNvPr id="11" name="Text 24">
            <a:extLst>
              <a:ext uri="{FF2B5EF4-FFF2-40B4-BE49-F238E27FC236}">
                <a16:creationId xmlns:a16="http://schemas.microsoft.com/office/drawing/2014/main" id="{12D3ECD8-DA75-B885-C435-E56FFD9C26B4}"/>
              </a:ext>
            </a:extLst>
          </p:cNvPr>
          <p:cNvSpPr/>
          <p:nvPr/>
        </p:nvSpPr>
        <p:spPr>
          <a:xfrm>
            <a:off x="9052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They control small logic units quickly and in isolation.</a:t>
            </a:r>
            <a:endParaRPr lang="en-US" sz="1400"/>
          </a:p>
        </p:txBody>
      </p:sp>
      <p:sp>
        <p:nvSpPr>
          <p:cNvPr id="13" name="Box 30">
            <a:extLst>
              <a:ext uri="{FF2B5EF4-FFF2-40B4-BE49-F238E27FC236}">
                <a16:creationId xmlns:a16="http://schemas.microsoft.com/office/drawing/2014/main" id="{4428BF8C-38FB-6D44-B03E-D417EF2A5C93}"/>
              </a:ext>
            </a:extLst>
          </p:cNvPr>
          <p:cNvSpPr/>
          <p:nvPr/>
        </p:nvSpPr>
        <p:spPr>
          <a:xfrm>
            <a:off x="3429000" y="1572768"/>
            <a:ext cx="2560320" cy="3611880"/>
          </a:xfrm>
          <a:prstGeom prst="roundRect">
            <a:avLst/>
          </a:prstGeom>
          <a:solidFill>
            <a:srgbClr val="FFFFFF"/>
          </a:solidFill>
          <a:ln w="12700">
            <a:solidFill>
              <a:srgbClr val="E2E7EE"/>
            </a:solidFill>
          </a:ln>
        </p:spPr>
      </p:sp>
      <p:sp>
        <p:nvSpPr>
          <p:cNvPr id="15" name="Text 32">
            <a:extLst>
              <a:ext uri="{FF2B5EF4-FFF2-40B4-BE49-F238E27FC236}">
                <a16:creationId xmlns:a16="http://schemas.microsoft.com/office/drawing/2014/main" id="{E40BE0EE-340A-7C68-4BF0-C64C36626070}"/>
              </a:ext>
            </a:extLst>
          </p:cNvPr>
          <p:cNvSpPr/>
          <p:nvPr/>
        </p:nvSpPr>
        <p:spPr>
          <a:xfrm>
            <a:off x="3648456" y="1719072"/>
            <a:ext cx="2157984" cy="228600"/>
          </a:xfrm>
          <a:prstGeom prst="rect">
            <a:avLst/>
          </a:prstGeom>
          <a:noFill/>
          <a:ln>
            <a:noFill/>
          </a:ln>
        </p:spPr>
        <p:txBody>
          <a:bodyPr wrap="square" lIns="0" tIns="0" rIns="0" bIns="0" anchor="ctr"/>
          <a:lstStyle/>
          <a:p>
            <a:pPr algn="l"/>
            <a:r>
              <a:rPr lang="en-US" sz="1000" b="1">
                <a:solidFill>
                  <a:srgbClr val="25B7A5"/>
                </a:solidFill>
                <a:latin typeface="Aptos"/>
              </a:rPr>
              <a:t>INTEGRATION</a:t>
            </a:r>
            <a:endParaRPr lang="en-US" sz="1000"/>
          </a:p>
        </p:txBody>
      </p:sp>
      <p:sp>
        <p:nvSpPr>
          <p:cNvPr id="17" name="Text 33">
            <a:extLst>
              <a:ext uri="{FF2B5EF4-FFF2-40B4-BE49-F238E27FC236}">
                <a16:creationId xmlns:a16="http://schemas.microsoft.com/office/drawing/2014/main" id="{6815784C-1935-C641-031A-27CBA175325A}"/>
              </a:ext>
            </a:extLst>
          </p:cNvPr>
          <p:cNvSpPr/>
          <p:nvPr/>
        </p:nvSpPr>
        <p:spPr>
          <a:xfrm>
            <a:off x="36484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Consolidation</a:t>
            </a:r>
            <a:endParaRPr lang="en-US" sz="1700"/>
          </a:p>
        </p:txBody>
      </p:sp>
      <p:sp>
        <p:nvSpPr>
          <p:cNvPr id="19" name="Text 34">
            <a:extLst>
              <a:ext uri="{FF2B5EF4-FFF2-40B4-BE49-F238E27FC236}">
                <a16:creationId xmlns:a16="http://schemas.microsoft.com/office/drawing/2014/main" id="{79D80993-DF84-9DEE-1E2C-14E96D478926}"/>
              </a:ext>
            </a:extLst>
          </p:cNvPr>
          <p:cNvSpPr/>
          <p:nvPr/>
        </p:nvSpPr>
        <p:spPr>
          <a:xfrm>
            <a:off x="36484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They control the cooperation of modules, APIs, databases and external services.</a:t>
            </a:r>
            <a:endParaRPr lang="en-US" sz="1400"/>
          </a:p>
        </p:txBody>
      </p:sp>
      <p:sp>
        <p:nvSpPr>
          <p:cNvPr id="21" name="Box 40">
            <a:extLst>
              <a:ext uri="{FF2B5EF4-FFF2-40B4-BE49-F238E27FC236}">
                <a16:creationId xmlns:a16="http://schemas.microsoft.com/office/drawing/2014/main" id="{5B386561-7D4D-9E17-132D-1A939C992ED6}"/>
              </a:ext>
            </a:extLst>
          </p:cNvPr>
          <p:cNvSpPr/>
          <p:nvPr/>
        </p:nvSpPr>
        <p:spPr>
          <a:xfrm>
            <a:off x="6172200" y="1572768"/>
            <a:ext cx="2560320" cy="3611880"/>
          </a:xfrm>
          <a:prstGeom prst="roundRect">
            <a:avLst/>
          </a:prstGeom>
          <a:solidFill>
            <a:srgbClr val="FFFFFF"/>
          </a:solidFill>
          <a:ln w="12700">
            <a:solidFill>
              <a:srgbClr val="E2E7EE"/>
            </a:solidFill>
          </a:ln>
        </p:spPr>
      </p:sp>
      <p:sp>
        <p:nvSpPr>
          <p:cNvPr id="23" name="Text 42">
            <a:extLst>
              <a:ext uri="{FF2B5EF4-FFF2-40B4-BE49-F238E27FC236}">
                <a16:creationId xmlns:a16="http://schemas.microsoft.com/office/drawing/2014/main" id="{697E496F-4693-422F-5136-565965803D88}"/>
              </a:ext>
            </a:extLst>
          </p:cNvPr>
          <p:cNvSpPr/>
          <p:nvPr/>
        </p:nvSpPr>
        <p:spPr>
          <a:xfrm>
            <a:off x="6391656" y="1719072"/>
            <a:ext cx="2157984" cy="228600"/>
          </a:xfrm>
          <a:prstGeom prst="rect">
            <a:avLst/>
          </a:prstGeom>
          <a:noFill/>
          <a:ln>
            <a:noFill/>
          </a:ln>
        </p:spPr>
        <p:txBody>
          <a:bodyPr wrap="square" lIns="0" tIns="0" rIns="0" bIns="0" anchor="ctr"/>
          <a:lstStyle/>
          <a:p>
            <a:pPr algn="l"/>
            <a:r>
              <a:rPr lang="en-US" sz="1000" b="1">
                <a:solidFill>
                  <a:srgbClr val="F6B44C"/>
                </a:solidFill>
                <a:latin typeface="Aptos"/>
              </a:rPr>
              <a:t>SYSTEM</a:t>
            </a:r>
            <a:endParaRPr lang="en-US" sz="1000"/>
          </a:p>
        </p:txBody>
      </p:sp>
      <p:sp>
        <p:nvSpPr>
          <p:cNvPr id="25" name="Text 43">
            <a:extLst>
              <a:ext uri="{FF2B5EF4-FFF2-40B4-BE49-F238E27FC236}">
                <a16:creationId xmlns:a16="http://schemas.microsoft.com/office/drawing/2014/main" id="{EA951F73-7CDB-A48D-0C82-6B4B749BBF8B}"/>
              </a:ext>
            </a:extLst>
          </p:cNvPr>
          <p:cNvSpPr/>
          <p:nvPr/>
        </p:nvSpPr>
        <p:spPr>
          <a:xfrm>
            <a:off x="63916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System</a:t>
            </a:r>
            <a:endParaRPr lang="en-US" sz="1700"/>
          </a:p>
        </p:txBody>
      </p:sp>
      <p:sp>
        <p:nvSpPr>
          <p:cNvPr id="27" name="Text 44">
            <a:extLst>
              <a:ext uri="{FF2B5EF4-FFF2-40B4-BE49-F238E27FC236}">
                <a16:creationId xmlns:a16="http://schemas.microsoft.com/office/drawing/2014/main" id="{BC194BE7-66C0-C036-B5EF-78A5A00DCD12}"/>
              </a:ext>
            </a:extLst>
          </p:cNvPr>
          <p:cNvSpPr/>
          <p:nvPr/>
        </p:nvSpPr>
        <p:spPr>
          <a:xfrm>
            <a:off x="63916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They control end-to-end behavior and non-functional requirements.</a:t>
            </a:r>
            <a:endParaRPr lang="en-US" sz="1400"/>
          </a:p>
        </p:txBody>
      </p:sp>
      <p:sp>
        <p:nvSpPr>
          <p:cNvPr id="29" name="Box 50">
            <a:extLst>
              <a:ext uri="{FF2B5EF4-FFF2-40B4-BE49-F238E27FC236}">
                <a16:creationId xmlns:a16="http://schemas.microsoft.com/office/drawing/2014/main" id="{17DEB7EE-C77C-0211-7564-4A6100988243}"/>
              </a:ext>
            </a:extLst>
          </p:cNvPr>
          <p:cNvSpPr/>
          <p:nvPr/>
        </p:nvSpPr>
        <p:spPr>
          <a:xfrm>
            <a:off x="8915400" y="1572768"/>
            <a:ext cx="2560320" cy="3611880"/>
          </a:xfrm>
          <a:prstGeom prst="roundRect">
            <a:avLst/>
          </a:prstGeom>
          <a:solidFill>
            <a:srgbClr val="FFFFFF"/>
          </a:solidFill>
          <a:ln w="12700">
            <a:solidFill>
              <a:srgbClr val="E2E7EE"/>
            </a:solidFill>
          </a:ln>
        </p:spPr>
      </p:sp>
      <p:sp>
        <p:nvSpPr>
          <p:cNvPr id="31" name="Text 52">
            <a:extLst>
              <a:ext uri="{FF2B5EF4-FFF2-40B4-BE49-F238E27FC236}">
                <a16:creationId xmlns:a16="http://schemas.microsoft.com/office/drawing/2014/main" id="{FD4D3FDC-E05F-971F-C588-6478A7E6F0E0}"/>
              </a:ext>
            </a:extLst>
          </p:cNvPr>
          <p:cNvSpPr/>
          <p:nvPr/>
        </p:nvSpPr>
        <p:spPr>
          <a:xfrm>
            <a:off x="9134856" y="1719072"/>
            <a:ext cx="2157984" cy="228600"/>
          </a:xfrm>
          <a:prstGeom prst="rect">
            <a:avLst/>
          </a:prstGeom>
          <a:noFill/>
          <a:ln>
            <a:noFill/>
          </a:ln>
        </p:spPr>
        <p:txBody>
          <a:bodyPr wrap="square" lIns="0" tIns="0" rIns="0" bIns="0" anchor="ctr"/>
          <a:lstStyle/>
          <a:p>
            <a:pPr algn="l"/>
            <a:r>
              <a:rPr lang="en-US" sz="1000" b="1">
                <a:solidFill>
                  <a:srgbClr val="D06B4F"/>
                </a:solidFill>
                <a:latin typeface="Aptos"/>
              </a:rPr>
              <a:t>ACCEPTANCE</a:t>
            </a:r>
            <a:endParaRPr lang="en-US" sz="1000"/>
          </a:p>
        </p:txBody>
      </p:sp>
      <p:sp>
        <p:nvSpPr>
          <p:cNvPr id="33" name="Text 53">
            <a:extLst>
              <a:ext uri="{FF2B5EF4-FFF2-40B4-BE49-F238E27FC236}">
                <a16:creationId xmlns:a16="http://schemas.microsoft.com/office/drawing/2014/main" id="{5C5DC04C-6551-8741-8CB0-B9E87D25E55E}"/>
              </a:ext>
            </a:extLst>
          </p:cNvPr>
          <p:cNvSpPr/>
          <p:nvPr/>
        </p:nvSpPr>
        <p:spPr>
          <a:xfrm>
            <a:off x="91348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Acceptance</a:t>
            </a:r>
            <a:endParaRPr lang="en-US" sz="1700"/>
          </a:p>
        </p:txBody>
      </p:sp>
      <p:sp>
        <p:nvSpPr>
          <p:cNvPr id="35" name="Text 54">
            <a:extLst>
              <a:ext uri="{FF2B5EF4-FFF2-40B4-BE49-F238E27FC236}">
                <a16:creationId xmlns:a16="http://schemas.microsoft.com/office/drawing/2014/main" id="{D2696E19-41E4-EF96-F08D-A726DA9D0A71}"/>
              </a:ext>
            </a:extLst>
          </p:cNvPr>
          <p:cNvSpPr/>
          <p:nvPr/>
        </p:nvSpPr>
        <p:spPr>
          <a:xfrm>
            <a:off x="91348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They confirm that the product meets user needs and criteria.</a:t>
            </a:r>
            <a:endParaRPr lang="en-US" sz="1400"/>
          </a:p>
        </p:txBody>
      </p:sp>
      <p:sp>
        <p:nvSpPr>
          <p:cNvPr id="37" name="Text 60">
            <a:extLst>
              <a:ext uri="{FF2B5EF4-FFF2-40B4-BE49-F238E27FC236}">
                <a16:creationId xmlns:a16="http://schemas.microsoft.com/office/drawing/2014/main" id="{C9181FC8-4856-166B-4992-7F0480BB97CC}"/>
              </a:ext>
            </a:extLst>
          </p:cNvPr>
          <p:cNvSpPr/>
          <p:nvPr/>
        </p:nvSpPr>
        <p:spPr>
          <a:xfrm>
            <a:off x="914400" y="5559552"/>
            <a:ext cx="10332720" cy="347472"/>
          </a:xfrm>
          <a:prstGeom prst="rect">
            <a:avLst/>
          </a:prstGeom>
          <a:noFill/>
          <a:ln>
            <a:noFill/>
          </a:ln>
        </p:spPr>
        <p:txBody>
          <a:bodyPr wrap="square" lIns="0" tIns="0" rIns="0" bIns="0" anchor="ctr"/>
          <a:lstStyle/>
          <a:p>
            <a:pPr algn="l"/>
            <a:r>
              <a:rPr lang="en-US" sz="1600" b="1">
                <a:solidFill>
                  <a:srgbClr val="172033"/>
                </a:solidFill>
                <a:latin typeface="Aptos"/>
              </a:rPr>
              <a:t>Verification: did we build the product correctly? • Validation: did we build the right product?</a:t>
            </a:r>
            <a:endParaRPr lang="en-US" sz="1600"/>
          </a:p>
        </p:txBody>
      </p:sp>
    </p:spTree>
    <p:extLst>
      <p:ext uri="{BB962C8B-B14F-4D97-AF65-F5344CB8AC3E}">
        <p14:creationId xmlns:p14="http://schemas.microsoft.com/office/powerpoint/2010/main" val="3297375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040CE7A-DC9D-1973-F536-CDB419F77595}"/>
              </a:ext>
            </a:extLst>
          </p:cNvPr>
          <p:cNvSpPr>
            <a:spLocks noGrp="1"/>
          </p:cNvSpPr>
          <p:nvPr>
            <p:ph type="title"/>
          </p:nvPr>
        </p:nvSpPr>
        <p:spPr>
          <a:xfrm>
            <a:off x="146182" y="325120"/>
            <a:ext cx="9658972" cy="1320800"/>
          </a:xfrm>
        </p:spPr>
        <p:txBody>
          <a:bodyPr>
            <a:normAutofit fontScale="90000"/>
          </a:bodyPr>
          <a:lstStyle/>
          <a:p>
            <a:r>
              <a:rPr lang="en-US" dirty="0"/>
              <a:t>5. </a:t>
            </a:r>
            <a:r>
              <a:rPr lang="en-US" dirty="0" err="1"/>
              <a:t>Release</a:t>
            </a:r>
            <a:r>
              <a:rPr lang="en-US" dirty="0"/>
              <a:t>, </a:t>
            </a:r>
            <a:r>
              <a:rPr lang="en-US" dirty="0" err="1"/>
              <a:t>deployment</a:t>
            </a:r>
            <a:r>
              <a:rPr lang="en-US" dirty="0"/>
              <a:t>, operation and maintenance</a:t>
            </a:r>
            <a:br>
              <a:rPr lang="en-US" dirty="0"/>
            </a:br>
            <a:endParaRPr lang="en-US" dirty="0"/>
          </a:p>
        </p:txBody>
      </p:sp>
      <p:sp>
        <p:nvSpPr>
          <p:cNvPr id="3" name="Θέση περιεχομένου 2">
            <a:extLst>
              <a:ext uri="{FF2B5EF4-FFF2-40B4-BE49-F238E27FC236}">
                <a16:creationId xmlns:a16="http://schemas.microsoft.com/office/drawing/2014/main" id="{6D6BD9F2-2956-20A5-0977-096202984B65}"/>
              </a:ext>
            </a:extLst>
          </p:cNvPr>
          <p:cNvSpPr>
            <a:spLocks noGrp="1"/>
          </p:cNvSpPr>
          <p:nvPr>
            <p:ph idx="1"/>
          </p:nvPr>
        </p:nvSpPr>
        <p:spPr/>
        <p:txBody>
          <a:bodyPr/>
          <a:lstStyle/>
          <a:p>
            <a:endParaRPr lang="en-US"/>
          </a:p>
        </p:txBody>
      </p:sp>
      <p:sp>
        <p:nvSpPr>
          <p:cNvPr id="5" name="Box 20">
            <a:extLst>
              <a:ext uri="{FF2B5EF4-FFF2-40B4-BE49-F238E27FC236}">
                <a16:creationId xmlns:a16="http://schemas.microsoft.com/office/drawing/2014/main" id="{5960F130-44B9-A29F-0090-3C7E5BA8BC25}"/>
              </a:ext>
            </a:extLst>
          </p:cNvPr>
          <p:cNvSpPr/>
          <p:nvPr/>
        </p:nvSpPr>
        <p:spPr>
          <a:xfrm>
            <a:off x="685800" y="1572768"/>
            <a:ext cx="2560320" cy="3611880"/>
          </a:xfrm>
          <a:prstGeom prst="roundRect">
            <a:avLst/>
          </a:prstGeom>
          <a:solidFill>
            <a:srgbClr val="FFFFFF"/>
          </a:solidFill>
          <a:ln w="12700">
            <a:solidFill>
              <a:srgbClr val="E2E7EE"/>
            </a:solidFill>
          </a:ln>
        </p:spPr>
      </p:sp>
      <p:sp>
        <p:nvSpPr>
          <p:cNvPr id="7" name="Text 22">
            <a:extLst>
              <a:ext uri="{FF2B5EF4-FFF2-40B4-BE49-F238E27FC236}">
                <a16:creationId xmlns:a16="http://schemas.microsoft.com/office/drawing/2014/main" id="{FA71113E-A064-C567-BA0D-CBB1BB9588CB}"/>
              </a:ext>
            </a:extLst>
          </p:cNvPr>
          <p:cNvSpPr/>
          <p:nvPr/>
        </p:nvSpPr>
        <p:spPr>
          <a:xfrm>
            <a:off x="905256" y="1719072"/>
            <a:ext cx="2157984" cy="228600"/>
          </a:xfrm>
          <a:prstGeom prst="rect">
            <a:avLst/>
          </a:prstGeom>
          <a:noFill/>
          <a:ln>
            <a:noFill/>
          </a:ln>
        </p:spPr>
        <p:txBody>
          <a:bodyPr wrap="square" lIns="0" tIns="0" rIns="0" bIns="0" anchor="ctr"/>
          <a:lstStyle/>
          <a:p>
            <a:pPr algn="l"/>
            <a:r>
              <a:rPr lang="en-US" sz="1000" b="1">
                <a:solidFill>
                  <a:srgbClr val="5B7CFA"/>
                </a:solidFill>
                <a:latin typeface="Aptos"/>
              </a:rPr>
              <a:t>RELEASE</a:t>
            </a:r>
            <a:endParaRPr lang="en-US" sz="1000"/>
          </a:p>
        </p:txBody>
      </p:sp>
      <p:sp>
        <p:nvSpPr>
          <p:cNvPr id="9" name="Text 23">
            <a:extLst>
              <a:ext uri="{FF2B5EF4-FFF2-40B4-BE49-F238E27FC236}">
                <a16:creationId xmlns:a16="http://schemas.microsoft.com/office/drawing/2014/main" id="{8C22DBF2-3F3E-FC41-85BF-23A346EDDFB6}"/>
              </a:ext>
            </a:extLst>
          </p:cNvPr>
          <p:cNvSpPr/>
          <p:nvPr/>
        </p:nvSpPr>
        <p:spPr>
          <a:xfrm>
            <a:off x="9052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Issue</a:t>
            </a:r>
            <a:endParaRPr lang="en-US" sz="1700"/>
          </a:p>
        </p:txBody>
      </p:sp>
      <p:sp>
        <p:nvSpPr>
          <p:cNvPr id="11" name="Text 24">
            <a:extLst>
              <a:ext uri="{FF2B5EF4-FFF2-40B4-BE49-F238E27FC236}">
                <a16:creationId xmlns:a16="http://schemas.microsoft.com/office/drawing/2014/main" id="{06A27491-A195-BEAB-9995-B92926AF66F4}"/>
              </a:ext>
            </a:extLst>
          </p:cNvPr>
          <p:cNvSpPr/>
          <p:nvPr/>
        </p:nvSpPr>
        <p:spPr>
          <a:xfrm>
            <a:off x="9052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Feature selection, release notes, approvals and deployment plan.</a:t>
            </a:r>
            <a:endParaRPr lang="en-US" sz="1400"/>
          </a:p>
        </p:txBody>
      </p:sp>
      <p:sp>
        <p:nvSpPr>
          <p:cNvPr id="13" name="Box 30">
            <a:extLst>
              <a:ext uri="{FF2B5EF4-FFF2-40B4-BE49-F238E27FC236}">
                <a16:creationId xmlns:a16="http://schemas.microsoft.com/office/drawing/2014/main" id="{9D0D3A20-1EDA-FC42-BD73-8A9B6DE4B79F}"/>
              </a:ext>
            </a:extLst>
          </p:cNvPr>
          <p:cNvSpPr/>
          <p:nvPr/>
        </p:nvSpPr>
        <p:spPr>
          <a:xfrm>
            <a:off x="3429000" y="1572768"/>
            <a:ext cx="2560320" cy="3611880"/>
          </a:xfrm>
          <a:prstGeom prst="roundRect">
            <a:avLst/>
          </a:prstGeom>
          <a:solidFill>
            <a:srgbClr val="FFFFFF"/>
          </a:solidFill>
          <a:ln w="12700">
            <a:solidFill>
              <a:srgbClr val="E2E7EE"/>
            </a:solidFill>
          </a:ln>
        </p:spPr>
      </p:sp>
      <p:sp>
        <p:nvSpPr>
          <p:cNvPr id="15" name="Text 32">
            <a:extLst>
              <a:ext uri="{FF2B5EF4-FFF2-40B4-BE49-F238E27FC236}">
                <a16:creationId xmlns:a16="http://schemas.microsoft.com/office/drawing/2014/main" id="{EC416C75-7581-0C98-DDC7-9DC5E7F6D5F5}"/>
              </a:ext>
            </a:extLst>
          </p:cNvPr>
          <p:cNvSpPr/>
          <p:nvPr/>
        </p:nvSpPr>
        <p:spPr>
          <a:xfrm>
            <a:off x="3648456" y="1719072"/>
            <a:ext cx="2157984" cy="228600"/>
          </a:xfrm>
          <a:prstGeom prst="rect">
            <a:avLst/>
          </a:prstGeom>
          <a:noFill/>
          <a:ln>
            <a:noFill/>
          </a:ln>
        </p:spPr>
        <p:txBody>
          <a:bodyPr wrap="square" lIns="0" tIns="0" rIns="0" bIns="0" anchor="ctr"/>
          <a:lstStyle/>
          <a:p>
            <a:pPr algn="l"/>
            <a:r>
              <a:rPr lang="en-US" sz="1000" b="1">
                <a:solidFill>
                  <a:srgbClr val="25B7A5"/>
                </a:solidFill>
                <a:latin typeface="Aptos"/>
              </a:rPr>
              <a:t>DEPLOY</a:t>
            </a:r>
            <a:endParaRPr lang="en-US" sz="1000"/>
          </a:p>
        </p:txBody>
      </p:sp>
      <p:sp>
        <p:nvSpPr>
          <p:cNvPr id="17" name="Text 33">
            <a:extLst>
              <a:ext uri="{FF2B5EF4-FFF2-40B4-BE49-F238E27FC236}">
                <a16:creationId xmlns:a16="http://schemas.microsoft.com/office/drawing/2014/main" id="{9CDBACB3-6DC8-F7FC-CC3E-D2493748BB01}"/>
              </a:ext>
            </a:extLst>
          </p:cNvPr>
          <p:cNvSpPr/>
          <p:nvPr/>
        </p:nvSpPr>
        <p:spPr>
          <a:xfrm>
            <a:off x="36484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Installation</a:t>
            </a:r>
            <a:endParaRPr lang="en-US" sz="1700"/>
          </a:p>
        </p:txBody>
      </p:sp>
      <p:sp>
        <p:nvSpPr>
          <p:cNvPr id="19" name="Text 34">
            <a:extLst>
              <a:ext uri="{FF2B5EF4-FFF2-40B4-BE49-F238E27FC236}">
                <a16:creationId xmlns:a16="http://schemas.microsoft.com/office/drawing/2014/main" id="{BA154E1F-A181-4CED-4EFE-D9C61C9AFB0F}"/>
              </a:ext>
            </a:extLst>
          </p:cNvPr>
          <p:cNvSpPr/>
          <p:nvPr/>
        </p:nvSpPr>
        <p:spPr>
          <a:xfrm>
            <a:off x="36484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Production, configuration, migrations, rollout and rollback capability.</a:t>
            </a:r>
            <a:endParaRPr lang="en-US" sz="1400"/>
          </a:p>
        </p:txBody>
      </p:sp>
      <p:sp>
        <p:nvSpPr>
          <p:cNvPr id="21" name="Box 40">
            <a:extLst>
              <a:ext uri="{FF2B5EF4-FFF2-40B4-BE49-F238E27FC236}">
                <a16:creationId xmlns:a16="http://schemas.microsoft.com/office/drawing/2014/main" id="{5F9A06D8-0EDD-05F8-7215-905A7DDDAA17}"/>
              </a:ext>
            </a:extLst>
          </p:cNvPr>
          <p:cNvSpPr/>
          <p:nvPr/>
        </p:nvSpPr>
        <p:spPr>
          <a:xfrm>
            <a:off x="6172200" y="1572768"/>
            <a:ext cx="2560320" cy="3611880"/>
          </a:xfrm>
          <a:prstGeom prst="roundRect">
            <a:avLst/>
          </a:prstGeom>
          <a:solidFill>
            <a:srgbClr val="FFFFFF"/>
          </a:solidFill>
          <a:ln w="12700">
            <a:solidFill>
              <a:srgbClr val="E2E7EE"/>
            </a:solidFill>
          </a:ln>
        </p:spPr>
      </p:sp>
      <p:sp>
        <p:nvSpPr>
          <p:cNvPr id="23" name="Text 42">
            <a:extLst>
              <a:ext uri="{FF2B5EF4-FFF2-40B4-BE49-F238E27FC236}">
                <a16:creationId xmlns:a16="http://schemas.microsoft.com/office/drawing/2014/main" id="{A2162B19-BE88-568E-C848-B2B59500A5CD}"/>
              </a:ext>
            </a:extLst>
          </p:cNvPr>
          <p:cNvSpPr/>
          <p:nvPr/>
        </p:nvSpPr>
        <p:spPr>
          <a:xfrm>
            <a:off x="6391656" y="1719072"/>
            <a:ext cx="2157984" cy="228600"/>
          </a:xfrm>
          <a:prstGeom prst="rect">
            <a:avLst/>
          </a:prstGeom>
          <a:noFill/>
          <a:ln>
            <a:noFill/>
          </a:ln>
        </p:spPr>
        <p:txBody>
          <a:bodyPr wrap="square" lIns="0" tIns="0" rIns="0" bIns="0" anchor="ctr"/>
          <a:lstStyle/>
          <a:p>
            <a:pPr algn="l"/>
            <a:r>
              <a:rPr lang="en-US" sz="1000" b="1">
                <a:solidFill>
                  <a:srgbClr val="F6B44C"/>
                </a:solidFill>
                <a:latin typeface="Aptos"/>
              </a:rPr>
              <a:t>OPERATE</a:t>
            </a:r>
            <a:endParaRPr lang="en-US" sz="1000"/>
          </a:p>
        </p:txBody>
      </p:sp>
      <p:sp>
        <p:nvSpPr>
          <p:cNvPr id="25" name="Text 43">
            <a:extLst>
              <a:ext uri="{FF2B5EF4-FFF2-40B4-BE49-F238E27FC236}">
                <a16:creationId xmlns:a16="http://schemas.microsoft.com/office/drawing/2014/main" id="{3EECF527-2387-7CC8-9AF4-402B2C6FDABC}"/>
              </a:ext>
            </a:extLst>
          </p:cNvPr>
          <p:cNvSpPr/>
          <p:nvPr/>
        </p:nvSpPr>
        <p:spPr>
          <a:xfrm>
            <a:off x="63916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Operation</a:t>
            </a:r>
            <a:endParaRPr lang="en-US" sz="1700"/>
          </a:p>
        </p:txBody>
      </p:sp>
      <p:sp>
        <p:nvSpPr>
          <p:cNvPr id="27" name="Text 44">
            <a:extLst>
              <a:ext uri="{FF2B5EF4-FFF2-40B4-BE49-F238E27FC236}">
                <a16:creationId xmlns:a16="http://schemas.microsoft.com/office/drawing/2014/main" id="{12864C95-5590-E1E1-C2D0-5891224B9A14}"/>
              </a:ext>
            </a:extLst>
          </p:cNvPr>
          <p:cNvSpPr/>
          <p:nvPr/>
        </p:nvSpPr>
        <p:spPr>
          <a:xfrm>
            <a:off x="63916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Monitoring, logging, incidents, security, backups and support.</a:t>
            </a:r>
            <a:endParaRPr lang="en-US" sz="1400"/>
          </a:p>
        </p:txBody>
      </p:sp>
      <p:sp>
        <p:nvSpPr>
          <p:cNvPr id="29" name="Box 50">
            <a:extLst>
              <a:ext uri="{FF2B5EF4-FFF2-40B4-BE49-F238E27FC236}">
                <a16:creationId xmlns:a16="http://schemas.microsoft.com/office/drawing/2014/main" id="{A2EB77DA-075B-FC35-73A0-CBB043B1E9EF}"/>
              </a:ext>
            </a:extLst>
          </p:cNvPr>
          <p:cNvSpPr/>
          <p:nvPr/>
        </p:nvSpPr>
        <p:spPr>
          <a:xfrm>
            <a:off x="8915400" y="1572768"/>
            <a:ext cx="2560320" cy="3611880"/>
          </a:xfrm>
          <a:prstGeom prst="roundRect">
            <a:avLst/>
          </a:prstGeom>
          <a:solidFill>
            <a:srgbClr val="FFFFFF"/>
          </a:solidFill>
          <a:ln w="12700">
            <a:solidFill>
              <a:srgbClr val="E2E7EE"/>
            </a:solidFill>
          </a:ln>
        </p:spPr>
      </p:sp>
      <p:sp>
        <p:nvSpPr>
          <p:cNvPr id="31" name="Text 52">
            <a:extLst>
              <a:ext uri="{FF2B5EF4-FFF2-40B4-BE49-F238E27FC236}">
                <a16:creationId xmlns:a16="http://schemas.microsoft.com/office/drawing/2014/main" id="{BECC027A-3E30-A196-2E7C-54CC32BFF09E}"/>
              </a:ext>
            </a:extLst>
          </p:cNvPr>
          <p:cNvSpPr/>
          <p:nvPr/>
        </p:nvSpPr>
        <p:spPr>
          <a:xfrm>
            <a:off x="9134856" y="1719072"/>
            <a:ext cx="2157984" cy="228600"/>
          </a:xfrm>
          <a:prstGeom prst="rect">
            <a:avLst/>
          </a:prstGeom>
          <a:noFill/>
          <a:ln>
            <a:noFill/>
          </a:ln>
        </p:spPr>
        <p:txBody>
          <a:bodyPr wrap="square" lIns="0" tIns="0" rIns="0" bIns="0" anchor="ctr"/>
          <a:lstStyle/>
          <a:p>
            <a:pPr algn="l"/>
            <a:r>
              <a:rPr lang="en-US" sz="1000" b="1">
                <a:solidFill>
                  <a:srgbClr val="D06B4F"/>
                </a:solidFill>
                <a:latin typeface="Aptos"/>
              </a:rPr>
              <a:t>EVOLVE</a:t>
            </a:r>
            <a:endParaRPr lang="en-US" sz="1000"/>
          </a:p>
        </p:txBody>
      </p:sp>
      <p:sp>
        <p:nvSpPr>
          <p:cNvPr id="33" name="Text 53">
            <a:extLst>
              <a:ext uri="{FF2B5EF4-FFF2-40B4-BE49-F238E27FC236}">
                <a16:creationId xmlns:a16="http://schemas.microsoft.com/office/drawing/2014/main" id="{EF38E9E0-AF48-2F61-63B8-38CF5C984380}"/>
              </a:ext>
            </a:extLst>
          </p:cNvPr>
          <p:cNvSpPr/>
          <p:nvPr/>
        </p:nvSpPr>
        <p:spPr>
          <a:xfrm>
            <a:off x="91348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Maintenance</a:t>
            </a:r>
            <a:endParaRPr lang="en-US" sz="1700"/>
          </a:p>
        </p:txBody>
      </p:sp>
      <p:sp>
        <p:nvSpPr>
          <p:cNvPr id="35" name="Text 54">
            <a:extLst>
              <a:ext uri="{FF2B5EF4-FFF2-40B4-BE49-F238E27FC236}">
                <a16:creationId xmlns:a16="http://schemas.microsoft.com/office/drawing/2014/main" id="{0A91E48A-0C39-F94A-A54D-C7C8F1D09C95}"/>
              </a:ext>
            </a:extLst>
          </p:cNvPr>
          <p:cNvSpPr/>
          <p:nvPr/>
        </p:nvSpPr>
        <p:spPr>
          <a:xfrm>
            <a:off x="91348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Corrective, adaptive, improvement and preventive change.</a:t>
            </a:r>
            <a:endParaRPr lang="en-US" sz="1400"/>
          </a:p>
        </p:txBody>
      </p:sp>
      <p:sp>
        <p:nvSpPr>
          <p:cNvPr id="37" name="Text 60">
            <a:extLst>
              <a:ext uri="{FF2B5EF4-FFF2-40B4-BE49-F238E27FC236}">
                <a16:creationId xmlns:a16="http://schemas.microsoft.com/office/drawing/2014/main" id="{7EE84BAA-1929-0328-73C4-039A8926B26D}"/>
              </a:ext>
            </a:extLst>
          </p:cNvPr>
          <p:cNvSpPr/>
          <p:nvPr/>
        </p:nvSpPr>
        <p:spPr>
          <a:xfrm>
            <a:off x="914400" y="5559552"/>
            <a:ext cx="10332720" cy="347472"/>
          </a:xfrm>
          <a:prstGeom prst="rect">
            <a:avLst/>
          </a:prstGeom>
          <a:noFill/>
          <a:ln>
            <a:noFill/>
          </a:ln>
        </p:spPr>
        <p:txBody>
          <a:bodyPr wrap="square" lIns="0" tIns="0" rIns="0" bIns="0" anchor="ctr"/>
          <a:lstStyle/>
          <a:p>
            <a:pPr algn="l"/>
            <a:r>
              <a:rPr lang="en-US" sz="1500" b="1">
                <a:solidFill>
                  <a:srgbClr val="172033"/>
                </a:solidFill>
                <a:latin typeface="Aptos"/>
              </a:rPr>
              <a:t>Most of the life of a successful product lies after the initial launch.</a:t>
            </a:r>
            <a:endParaRPr lang="en-US" sz="1500"/>
          </a:p>
        </p:txBody>
      </p:sp>
    </p:spTree>
    <p:extLst>
      <p:ext uri="{BB962C8B-B14F-4D97-AF65-F5344CB8AC3E}">
        <p14:creationId xmlns:p14="http://schemas.microsoft.com/office/powerpoint/2010/main" val="3969081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0D517FFD-CF5C-0367-8535-0639E86BEC85}"/>
              </a:ext>
            </a:extLst>
          </p:cNvPr>
          <p:cNvSpPr>
            <a:spLocks noGrp="1"/>
          </p:cNvSpPr>
          <p:nvPr>
            <p:ph idx="1"/>
          </p:nvPr>
        </p:nvSpPr>
        <p:spPr>
          <a:xfrm>
            <a:off x="838200" y="1825625"/>
            <a:ext cx="7842813" cy="4351338"/>
          </a:xfrm>
        </p:spPr>
        <p:txBody>
          <a:bodyPr/>
          <a:lstStyle/>
          <a:p>
            <a:pPr algn="just">
              <a:lnSpc>
                <a:spcPct val="125000"/>
              </a:lnSpc>
              <a:spcAft>
                <a:spcPts val="1200"/>
              </a:spcAft>
            </a:pPr>
            <a:r>
              <a:rPr lang="en-US" sz="1900" dirty="0"/>
              <a:t>The software release life cycle refers to the various stages of development and distribution that a software product goes through before being made available to the public.</a:t>
            </a:r>
          </a:p>
          <a:p>
            <a:pPr algn="just">
              <a:lnSpc>
                <a:spcPct val="125000"/>
              </a:lnSpc>
              <a:spcAft>
                <a:spcPts val="1200"/>
              </a:spcAft>
            </a:pPr>
            <a:r>
              <a:rPr lang="en-US" sz="1900" dirty="0"/>
              <a:t>This lifecycle helps ensure that software is developed, tested, and released in a structured and organized manner.</a:t>
            </a:r>
          </a:p>
          <a:p>
            <a:pPr algn="just">
              <a:lnSpc>
                <a:spcPct val="125000"/>
              </a:lnSpc>
              <a:spcAft>
                <a:spcPts val="1200"/>
              </a:spcAft>
            </a:pPr>
            <a:r>
              <a:rPr lang="en-US" sz="1900" dirty="0"/>
              <a:t>The stages of the software release life cycle may vary depending on the organization or product.</a:t>
            </a:r>
          </a:p>
          <a:p>
            <a:endParaRPr lang="en-US" dirty="0"/>
          </a:p>
        </p:txBody>
      </p:sp>
      <p:pic>
        <p:nvPicPr>
          <p:cNvPr id="7" name="Εικόνα 6">
            <a:extLst>
              <a:ext uri="{FF2B5EF4-FFF2-40B4-BE49-F238E27FC236}">
                <a16:creationId xmlns:a16="http://schemas.microsoft.com/office/drawing/2014/main" id="{E3592E37-B237-1BC9-A915-040E42748186}"/>
              </a:ext>
            </a:extLst>
          </p:cNvPr>
          <p:cNvPicPr>
            <a:picLocks noChangeAspect="1"/>
          </p:cNvPicPr>
          <p:nvPr/>
        </p:nvPicPr>
        <p:blipFill>
          <a:blip r:embed="rId2"/>
          <a:stretch>
            <a:fillRect/>
          </a:stretch>
        </p:blipFill>
        <p:spPr>
          <a:xfrm>
            <a:off x="8916718" y="-25172"/>
            <a:ext cx="3216565" cy="6836829"/>
          </a:xfrm>
          <a:prstGeom prst="rect">
            <a:avLst/>
          </a:prstGeom>
        </p:spPr>
      </p:pic>
      <p:sp>
        <p:nvSpPr>
          <p:cNvPr id="5" name="Τίτλος 4">
            <a:extLst>
              <a:ext uri="{FF2B5EF4-FFF2-40B4-BE49-F238E27FC236}">
                <a16:creationId xmlns:a16="http://schemas.microsoft.com/office/drawing/2014/main" id="{B49CA187-850D-4000-4E28-979D9FDB7070}"/>
              </a:ext>
            </a:extLst>
          </p:cNvPr>
          <p:cNvSpPr>
            <a:spLocks noGrp="1"/>
          </p:cNvSpPr>
          <p:nvPr>
            <p:ph type="title"/>
          </p:nvPr>
        </p:nvSpPr>
        <p:spPr/>
        <p:txBody>
          <a:bodyPr/>
          <a:lstStyle/>
          <a:p>
            <a:r>
              <a:rPr lang="en-US" dirty="0"/>
              <a:t>Software release life cycle</a:t>
            </a:r>
            <a:br>
              <a:rPr lang="en-US" dirty="0"/>
            </a:br>
            <a:endParaRPr lang="en-US" dirty="0"/>
          </a:p>
        </p:txBody>
      </p:sp>
    </p:spTree>
    <p:extLst>
      <p:ext uri="{BB962C8B-B14F-4D97-AF65-F5344CB8AC3E}">
        <p14:creationId xmlns:p14="http://schemas.microsoft.com/office/powerpoint/2010/main" val="1189526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49DEA8B-97FE-FFC3-3704-A730574CB963}"/>
              </a:ext>
            </a:extLst>
          </p:cNvPr>
          <p:cNvSpPr>
            <a:spLocks noGrp="1"/>
          </p:cNvSpPr>
          <p:nvPr>
            <p:ph type="title"/>
          </p:nvPr>
        </p:nvSpPr>
        <p:spPr/>
        <p:txBody>
          <a:bodyPr/>
          <a:lstStyle/>
          <a:p>
            <a:r>
              <a:rPr lang="en-US" dirty="0"/>
              <a:t>Software release life cycle</a:t>
            </a:r>
            <a:br>
              <a:rPr lang="en-US" dirty="0"/>
            </a:br>
            <a:endParaRPr lang="en-US" dirty="0"/>
          </a:p>
        </p:txBody>
      </p:sp>
      <p:sp>
        <p:nvSpPr>
          <p:cNvPr id="3" name="Θέση περιεχομένου 2">
            <a:extLst>
              <a:ext uri="{FF2B5EF4-FFF2-40B4-BE49-F238E27FC236}">
                <a16:creationId xmlns:a16="http://schemas.microsoft.com/office/drawing/2014/main" id="{2C39D423-EB55-6C43-4D51-FB9EBA462857}"/>
              </a:ext>
            </a:extLst>
          </p:cNvPr>
          <p:cNvSpPr>
            <a:spLocks noGrp="1"/>
          </p:cNvSpPr>
          <p:nvPr>
            <p:ph idx="1"/>
          </p:nvPr>
        </p:nvSpPr>
        <p:spPr/>
        <p:txBody>
          <a:bodyPr/>
          <a:lstStyle/>
          <a:p>
            <a:endParaRPr lang="en-US"/>
          </a:p>
        </p:txBody>
      </p:sp>
      <p:sp>
        <p:nvSpPr>
          <p:cNvPr id="5" name="Box 20">
            <a:extLst>
              <a:ext uri="{FF2B5EF4-FFF2-40B4-BE49-F238E27FC236}">
                <a16:creationId xmlns:a16="http://schemas.microsoft.com/office/drawing/2014/main" id="{5DC41929-712C-D3E2-8450-202128C64B10}"/>
              </a:ext>
            </a:extLst>
          </p:cNvPr>
          <p:cNvSpPr/>
          <p:nvPr/>
        </p:nvSpPr>
        <p:spPr>
          <a:xfrm>
            <a:off x="502920" y="1572768"/>
            <a:ext cx="2148840" cy="3611880"/>
          </a:xfrm>
          <a:prstGeom prst="roundRect">
            <a:avLst/>
          </a:prstGeom>
          <a:solidFill>
            <a:srgbClr val="FFFFFF"/>
          </a:solidFill>
          <a:ln w="12700">
            <a:solidFill>
              <a:srgbClr val="E2E7EE"/>
            </a:solidFill>
          </a:ln>
        </p:spPr>
      </p:sp>
      <p:sp>
        <p:nvSpPr>
          <p:cNvPr id="7" name="Text 22">
            <a:extLst>
              <a:ext uri="{FF2B5EF4-FFF2-40B4-BE49-F238E27FC236}">
                <a16:creationId xmlns:a16="http://schemas.microsoft.com/office/drawing/2014/main" id="{44850B1C-F7F9-CD02-23B6-52EFAF1CAF8C}"/>
              </a:ext>
            </a:extLst>
          </p:cNvPr>
          <p:cNvSpPr/>
          <p:nvPr/>
        </p:nvSpPr>
        <p:spPr>
          <a:xfrm>
            <a:off x="722376" y="1719072"/>
            <a:ext cx="1746504" cy="228600"/>
          </a:xfrm>
          <a:prstGeom prst="rect">
            <a:avLst/>
          </a:prstGeom>
          <a:noFill/>
          <a:ln>
            <a:noFill/>
          </a:ln>
        </p:spPr>
        <p:txBody>
          <a:bodyPr wrap="square" lIns="0" tIns="0" rIns="0" bIns="0" anchor="ctr"/>
          <a:lstStyle/>
          <a:p>
            <a:pPr algn="l"/>
            <a:r>
              <a:rPr lang="en-US" sz="1000" b="1">
                <a:solidFill>
                  <a:srgbClr val="5B7CFA"/>
                </a:solidFill>
                <a:latin typeface="Aptos"/>
              </a:rPr>
              <a:t>PRE-ALPHA</a:t>
            </a:r>
            <a:endParaRPr lang="en-US" sz="1000"/>
          </a:p>
        </p:txBody>
      </p:sp>
      <p:sp>
        <p:nvSpPr>
          <p:cNvPr id="9" name="Text 23">
            <a:extLst>
              <a:ext uri="{FF2B5EF4-FFF2-40B4-BE49-F238E27FC236}">
                <a16:creationId xmlns:a16="http://schemas.microsoft.com/office/drawing/2014/main" id="{98BDBC3D-15C4-B9D7-0CE5-A1061F57AE1F}"/>
              </a:ext>
            </a:extLst>
          </p:cNvPr>
          <p:cNvSpPr/>
          <p:nvPr/>
        </p:nvSpPr>
        <p:spPr>
          <a:xfrm>
            <a:off x="722376" y="2029968"/>
            <a:ext cx="1746504" cy="384048"/>
          </a:xfrm>
          <a:prstGeom prst="rect">
            <a:avLst/>
          </a:prstGeom>
          <a:noFill/>
          <a:ln>
            <a:noFill/>
          </a:ln>
        </p:spPr>
        <p:txBody>
          <a:bodyPr wrap="square" lIns="0" tIns="0" rIns="0" bIns="0" anchor="ctr"/>
          <a:lstStyle/>
          <a:p>
            <a:pPr algn="l"/>
            <a:r>
              <a:rPr lang="en-US" sz="1700" b="1">
                <a:solidFill>
                  <a:srgbClr val="172033"/>
                </a:solidFill>
                <a:latin typeface="Aptos"/>
              </a:rPr>
              <a:t>Investigation</a:t>
            </a:r>
            <a:endParaRPr lang="en-US" sz="1700"/>
          </a:p>
        </p:txBody>
      </p:sp>
      <p:sp>
        <p:nvSpPr>
          <p:cNvPr id="11" name="Text 24">
            <a:extLst>
              <a:ext uri="{FF2B5EF4-FFF2-40B4-BE49-F238E27FC236}">
                <a16:creationId xmlns:a16="http://schemas.microsoft.com/office/drawing/2014/main" id="{88FC3C49-37A0-FAA4-3248-F1E63CD00461}"/>
              </a:ext>
            </a:extLst>
          </p:cNvPr>
          <p:cNvSpPr/>
          <p:nvPr/>
        </p:nvSpPr>
        <p:spPr>
          <a:xfrm>
            <a:off x="722376" y="2468880"/>
            <a:ext cx="1746504" cy="2587752"/>
          </a:xfrm>
          <a:prstGeom prst="rect">
            <a:avLst/>
          </a:prstGeom>
          <a:noFill/>
          <a:ln>
            <a:noFill/>
          </a:ln>
        </p:spPr>
        <p:txBody>
          <a:bodyPr wrap="square" lIns="0" tIns="0" rIns="0" bIns="0" anchor="ctr"/>
          <a:lstStyle/>
          <a:p>
            <a:pPr algn="l"/>
            <a:r>
              <a:rPr lang="en-US" sz="1400">
                <a:solidFill>
                  <a:srgbClr val="536174"/>
                </a:solidFill>
                <a:latin typeface="Aptos"/>
              </a:rPr>
              <a:t>Prototypes, architecture and imperfect functionality.</a:t>
            </a:r>
            <a:endParaRPr lang="en-US" sz="1400"/>
          </a:p>
        </p:txBody>
      </p:sp>
      <p:sp>
        <p:nvSpPr>
          <p:cNvPr id="13" name="Box 30">
            <a:extLst>
              <a:ext uri="{FF2B5EF4-FFF2-40B4-BE49-F238E27FC236}">
                <a16:creationId xmlns:a16="http://schemas.microsoft.com/office/drawing/2014/main" id="{73EFE218-6928-193E-886A-A85474058353}"/>
              </a:ext>
            </a:extLst>
          </p:cNvPr>
          <p:cNvSpPr/>
          <p:nvPr/>
        </p:nvSpPr>
        <p:spPr>
          <a:xfrm>
            <a:off x="2788920" y="1572768"/>
            <a:ext cx="2148840" cy="3611880"/>
          </a:xfrm>
          <a:prstGeom prst="roundRect">
            <a:avLst/>
          </a:prstGeom>
          <a:solidFill>
            <a:srgbClr val="FFFFFF"/>
          </a:solidFill>
          <a:ln w="12700">
            <a:solidFill>
              <a:srgbClr val="E2E7EE"/>
            </a:solidFill>
          </a:ln>
        </p:spPr>
      </p:sp>
      <p:sp>
        <p:nvSpPr>
          <p:cNvPr id="15" name="Text 32">
            <a:extLst>
              <a:ext uri="{FF2B5EF4-FFF2-40B4-BE49-F238E27FC236}">
                <a16:creationId xmlns:a16="http://schemas.microsoft.com/office/drawing/2014/main" id="{3843B1BE-461F-4AE4-9EFB-0EF6750E8972}"/>
              </a:ext>
            </a:extLst>
          </p:cNvPr>
          <p:cNvSpPr/>
          <p:nvPr/>
        </p:nvSpPr>
        <p:spPr>
          <a:xfrm>
            <a:off x="3008376" y="1719072"/>
            <a:ext cx="1746504" cy="228600"/>
          </a:xfrm>
          <a:prstGeom prst="rect">
            <a:avLst/>
          </a:prstGeom>
          <a:noFill/>
          <a:ln>
            <a:noFill/>
          </a:ln>
        </p:spPr>
        <p:txBody>
          <a:bodyPr wrap="square" lIns="0" tIns="0" rIns="0" bIns="0" anchor="ctr"/>
          <a:lstStyle/>
          <a:p>
            <a:pPr algn="l"/>
            <a:r>
              <a:rPr lang="en-US" sz="1000" b="1">
                <a:solidFill>
                  <a:srgbClr val="25B7A5"/>
                </a:solidFill>
                <a:latin typeface="Aptos"/>
              </a:rPr>
              <a:t>ALPHA</a:t>
            </a:r>
            <a:endParaRPr lang="en-US" sz="1000"/>
          </a:p>
        </p:txBody>
      </p:sp>
      <p:sp>
        <p:nvSpPr>
          <p:cNvPr id="17" name="Text 33">
            <a:extLst>
              <a:ext uri="{FF2B5EF4-FFF2-40B4-BE49-F238E27FC236}">
                <a16:creationId xmlns:a16="http://schemas.microsoft.com/office/drawing/2014/main" id="{EC8AA3A5-0BD2-1E51-06A6-BB5DF75A4222}"/>
              </a:ext>
            </a:extLst>
          </p:cNvPr>
          <p:cNvSpPr/>
          <p:nvPr/>
        </p:nvSpPr>
        <p:spPr>
          <a:xfrm>
            <a:off x="3008376" y="2029968"/>
            <a:ext cx="1746504" cy="384048"/>
          </a:xfrm>
          <a:prstGeom prst="rect">
            <a:avLst/>
          </a:prstGeom>
          <a:noFill/>
          <a:ln>
            <a:noFill/>
          </a:ln>
        </p:spPr>
        <p:txBody>
          <a:bodyPr wrap="square" lIns="0" tIns="0" rIns="0" bIns="0" anchor="ctr"/>
          <a:lstStyle/>
          <a:p>
            <a:pPr algn="l"/>
            <a:r>
              <a:rPr lang="en-US" sz="1700" b="1">
                <a:solidFill>
                  <a:srgbClr val="172033"/>
                </a:solidFill>
                <a:latin typeface="Aptos"/>
              </a:rPr>
              <a:t>Internal test</a:t>
            </a:r>
            <a:endParaRPr lang="en-US" sz="1700"/>
          </a:p>
        </p:txBody>
      </p:sp>
      <p:sp>
        <p:nvSpPr>
          <p:cNvPr id="19" name="Text 34">
            <a:extLst>
              <a:ext uri="{FF2B5EF4-FFF2-40B4-BE49-F238E27FC236}">
                <a16:creationId xmlns:a16="http://schemas.microsoft.com/office/drawing/2014/main" id="{7740361A-4E2B-D6D5-1B7A-A4F12A50C9C7}"/>
              </a:ext>
            </a:extLst>
          </p:cNvPr>
          <p:cNvSpPr/>
          <p:nvPr/>
        </p:nvSpPr>
        <p:spPr>
          <a:xfrm>
            <a:off x="3008376" y="2468880"/>
            <a:ext cx="1746504" cy="2587752"/>
          </a:xfrm>
          <a:prstGeom prst="rect">
            <a:avLst/>
          </a:prstGeom>
          <a:noFill/>
          <a:ln>
            <a:noFill/>
          </a:ln>
        </p:spPr>
        <p:txBody>
          <a:bodyPr wrap="square" lIns="0" tIns="0" rIns="0" bIns="0" anchor="ctr"/>
          <a:lstStyle/>
          <a:p>
            <a:pPr algn="l"/>
            <a:r>
              <a:rPr lang="en-US" sz="1400">
                <a:solidFill>
                  <a:srgbClr val="536174"/>
                </a:solidFill>
                <a:latin typeface="Aptos"/>
              </a:rPr>
              <a:t>Basic capabilities are there, but stability is limited.</a:t>
            </a:r>
            <a:endParaRPr lang="en-US" sz="1400"/>
          </a:p>
        </p:txBody>
      </p:sp>
      <p:sp>
        <p:nvSpPr>
          <p:cNvPr id="21" name="Box 40">
            <a:extLst>
              <a:ext uri="{FF2B5EF4-FFF2-40B4-BE49-F238E27FC236}">
                <a16:creationId xmlns:a16="http://schemas.microsoft.com/office/drawing/2014/main" id="{A9D0066B-CD2C-6CCF-94B4-2B4F7D531F57}"/>
              </a:ext>
            </a:extLst>
          </p:cNvPr>
          <p:cNvSpPr/>
          <p:nvPr/>
        </p:nvSpPr>
        <p:spPr>
          <a:xfrm>
            <a:off x="5074920" y="1572768"/>
            <a:ext cx="2148840" cy="3611880"/>
          </a:xfrm>
          <a:prstGeom prst="roundRect">
            <a:avLst/>
          </a:prstGeom>
          <a:solidFill>
            <a:srgbClr val="FFFFFF"/>
          </a:solidFill>
          <a:ln w="12700">
            <a:solidFill>
              <a:srgbClr val="E2E7EE"/>
            </a:solidFill>
          </a:ln>
        </p:spPr>
      </p:sp>
      <p:sp>
        <p:nvSpPr>
          <p:cNvPr id="23" name="Text 42">
            <a:extLst>
              <a:ext uri="{FF2B5EF4-FFF2-40B4-BE49-F238E27FC236}">
                <a16:creationId xmlns:a16="http://schemas.microsoft.com/office/drawing/2014/main" id="{C614430A-432B-B9FB-13F9-E2C23A26FD3A}"/>
              </a:ext>
            </a:extLst>
          </p:cNvPr>
          <p:cNvSpPr/>
          <p:nvPr/>
        </p:nvSpPr>
        <p:spPr>
          <a:xfrm>
            <a:off x="5294376" y="1719072"/>
            <a:ext cx="1746504" cy="228600"/>
          </a:xfrm>
          <a:prstGeom prst="rect">
            <a:avLst/>
          </a:prstGeom>
          <a:noFill/>
          <a:ln>
            <a:noFill/>
          </a:ln>
        </p:spPr>
        <p:txBody>
          <a:bodyPr wrap="square" lIns="0" tIns="0" rIns="0" bIns="0" anchor="ctr"/>
          <a:lstStyle/>
          <a:p>
            <a:pPr algn="l"/>
            <a:r>
              <a:rPr lang="en-US" sz="1000" b="1">
                <a:solidFill>
                  <a:srgbClr val="F6B44C"/>
                </a:solidFill>
                <a:latin typeface="Aptos"/>
              </a:rPr>
              <a:t>BETA</a:t>
            </a:r>
            <a:endParaRPr lang="en-US" sz="1000"/>
          </a:p>
        </p:txBody>
      </p:sp>
      <p:sp>
        <p:nvSpPr>
          <p:cNvPr id="25" name="Text 43">
            <a:extLst>
              <a:ext uri="{FF2B5EF4-FFF2-40B4-BE49-F238E27FC236}">
                <a16:creationId xmlns:a16="http://schemas.microsoft.com/office/drawing/2014/main" id="{A4FD3617-44CD-2664-FE59-ADB899F77A15}"/>
              </a:ext>
            </a:extLst>
          </p:cNvPr>
          <p:cNvSpPr/>
          <p:nvPr/>
        </p:nvSpPr>
        <p:spPr>
          <a:xfrm>
            <a:off x="5294376" y="2029968"/>
            <a:ext cx="1746504" cy="384048"/>
          </a:xfrm>
          <a:prstGeom prst="rect">
            <a:avLst/>
          </a:prstGeom>
          <a:noFill/>
          <a:ln>
            <a:noFill/>
          </a:ln>
        </p:spPr>
        <p:txBody>
          <a:bodyPr wrap="square" lIns="0" tIns="0" rIns="0" bIns="0" anchor="ctr"/>
          <a:lstStyle/>
          <a:p>
            <a:pPr algn="l"/>
            <a:r>
              <a:rPr lang="en-US" sz="1700" b="1">
                <a:solidFill>
                  <a:srgbClr val="172033"/>
                </a:solidFill>
                <a:latin typeface="Aptos"/>
              </a:rPr>
              <a:t>External feedback</a:t>
            </a:r>
            <a:endParaRPr lang="en-US" sz="1700"/>
          </a:p>
        </p:txBody>
      </p:sp>
      <p:sp>
        <p:nvSpPr>
          <p:cNvPr id="27" name="Text 44">
            <a:extLst>
              <a:ext uri="{FF2B5EF4-FFF2-40B4-BE49-F238E27FC236}">
                <a16:creationId xmlns:a16="http://schemas.microsoft.com/office/drawing/2014/main" id="{37185BEE-196C-A87C-0BAA-2878BE967A31}"/>
              </a:ext>
            </a:extLst>
          </p:cNvPr>
          <p:cNvSpPr/>
          <p:nvPr/>
        </p:nvSpPr>
        <p:spPr>
          <a:xfrm>
            <a:off x="5294376" y="2468880"/>
            <a:ext cx="1746504" cy="2587752"/>
          </a:xfrm>
          <a:prstGeom prst="rect">
            <a:avLst/>
          </a:prstGeom>
          <a:noFill/>
          <a:ln>
            <a:noFill/>
          </a:ln>
        </p:spPr>
        <p:txBody>
          <a:bodyPr wrap="square" lIns="0" tIns="0" rIns="0" bIns="0" anchor="ctr"/>
          <a:lstStyle/>
          <a:p>
            <a:pPr algn="l"/>
            <a:r>
              <a:rPr lang="en-US" sz="1400">
                <a:solidFill>
                  <a:srgbClr val="536174"/>
                </a:solidFill>
                <a:latin typeface="Aptos"/>
              </a:rPr>
              <a:t>Feature-complete product candidate to selected users.</a:t>
            </a:r>
            <a:endParaRPr lang="en-US" sz="1400"/>
          </a:p>
        </p:txBody>
      </p:sp>
      <p:sp>
        <p:nvSpPr>
          <p:cNvPr id="29" name="Box 50">
            <a:extLst>
              <a:ext uri="{FF2B5EF4-FFF2-40B4-BE49-F238E27FC236}">
                <a16:creationId xmlns:a16="http://schemas.microsoft.com/office/drawing/2014/main" id="{E1A0D4DC-012C-192A-E78F-370EB701DA86}"/>
              </a:ext>
            </a:extLst>
          </p:cNvPr>
          <p:cNvSpPr/>
          <p:nvPr/>
        </p:nvSpPr>
        <p:spPr>
          <a:xfrm>
            <a:off x="7360920" y="1572768"/>
            <a:ext cx="2148840" cy="3611880"/>
          </a:xfrm>
          <a:prstGeom prst="roundRect">
            <a:avLst/>
          </a:prstGeom>
          <a:solidFill>
            <a:srgbClr val="FFFFFF"/>
          </a:solidFill>
          <a:ln w="12700">
            <a:solidFill>
              <a:srgbClr val="E2E7EE"/>
            </a:solidFill>
          </a:ln>
        </p:spPr>
      </p:sp>
      <p:sp>
        <p:nvSpPr>
          <p:cNvPr id="31" name="Text 52">
            <a:extLst>
              <a:ext uri="{FF2B5EF4-FFF2-40B4-BE49-F238E27FC236}">
                <a16:creationId xmlns:a16="http://schemas.microsoft.com/office/drawing/2014/main" id="{8C25C240-DB66-9EA6-5C54-7F81F6BC5F77}"/>
              </a:ext>
            </a:extLst>
          </p:cNvPr>
          <p:cNvSpPr/>
          <p:nvPr/>
        </p:nvSpPr>
        <p:spPr>
          <a:xfrm>
            <a:off x="7580376" y="1719072"/>
            <a:ext cx="1746504" cy="228600"/>
          </a:xfrm>
          <a:prstGeom prst="rect">
            <a:avLst/>
          </a:prstGeom>
          <a:noFill/>
          <a:ln>
            <a:noFill/>
          </a:ln>
        </p:spPr>
        <p:txBody>
          <a:bodyPr wrap="square" lIns="0" tIns="0" rIns="0" bIns="0" anchor="ctr"/>
          <a:lstStyle/>
          <a:p>
            <a:pPr algn="l"/>
            <a:r>
              <a:rPr lang="en-US" sz="1000" b="1">
                <a:solidFill>
                  <a:srgbClr val="D06B4F"/>
                </a:solidFill>
                <a:latin typeface="Aptos"/>
              </a:rPr>
              <a:t>RC</a:t>
            </a:r>
            <a:endParaRPr lang="en-US" sz="1000"/>
          </a:p>
        </p:txBody>
      </p:sp>
      <p:sp>
        <p:nvSpPr>
          <p:cNvPr id="33" name="Text 53">
            <a:extLst>
              <a:ext uri="{FF2B5EF4-FFF2-40B4-BE49-F238E27FC236}">
                <a16:creationId xmlns:a16="http://schemas.microsoft.com/office/drawing/2014/main" id="{D1ED24D6-5E8C-6850-5677-35265BF4661F}"/>
              </a:ext>
            </a:extLst>
          </p:cNvPr>
          <p:cNvSpPr/>
          <p:nvPr/>
        </p:nvSpPr>
        <p:spPr>
          <a:xfrm>
            <a:off x="7580376" y="2029968"/>
            <a:ext cx="1746504" cy="384048"/>
          </a:xfrm>
          <a:prstGeom prst="rect">
            <a:avLst/>
          </a:prstGeom>
          <a:noFill/>
          <a:ln>
            <a:noFill/>
          </a:ln>
        </p:spPr>
        <p:txBody>
          <a:bodyPr wrap="square" lIns="0" tIns="0" rIns="0" bIns="0" anchor="ctr"/>
          <a:lstStyle/>
          <a:p>
            <a:pPr algn="l"/>
            <a:r>
              <a:rPr lang="en-US" sz="1700" b="1">
                <a:solidFill>
                  <a:srgbClr val="172033"/>
                </a:solidFill>
                <a:latin typeface="Aptos"/>
              </a:rPr>
              <a:t>Release candidate</a:t>
            </a:r>
            <a:endParaRPr lang="en-US" sz="1700"/>
          </a:p>
        </p:txBody>
      </p:sp>
      <p:sp>
        <p:nvSpPr>
          <p:cNvPr id="35" name="Text 54">
            <a:extLst>
              <a:ext uri="{FF2B5EF4-FFF2-40B4-BE49-F238E27FC236}">
                <a16:creationId xmlns:a16="http://schemas.microsoft.com/office/drawing/2014/main" id="{21D19929-E761-4631-1204-E38D4469D44F}"/>
              </a:ext>
            </a:extLst>
          </p:cNvPr>
          <p:cNvSpPr/>
          <p:nvPr/>
        </p:nvSpPr>
        <p:spPr>
          <a:xfrm>
            <a:off x="7580376" y="2468880"/>
            <a:ext cx="1746504" cy="2587752"/>
          </a:xfrm>
          <a:prstGeom prst="rect">
            <a:avLst/>
          </a:prstGeom>
          <a:noFill/>
          <a:ln>
            <a:noFill/>
          </a:ln>
        </p:spPr>
        <p:txBody>
          <a:bodyPr wrap="square" lIns="0" tIns="0" rIns="0" bIns="0" anchor="ctr"/>
          <a:lstStyle/>
          <a:p>
            <a:pPr algn="l"/>
            <a:r>
              <a:rPr lang="en-US" sz="1400">
                <a:solidFill>
                  <a:srgbClr val="536174"/>
                </a:solidFill>
                <a:latin typeface="Aptos"/>
              </a:rPr>
              <a:t>Possible final release, if no critical issues are found.</a:t>
            </a:r>
            <a:endParaRPr lang="en-US" sz="1400"/>
          </a:p>
        </p:txBody>
      </p:sp>
      <p:sp>
        <p:nvSpPr>
          <p:cNvPr id="37" name="Box 60">
            <a:extLst>
              <a:ext uri="{FF2B5EF4-FFF2-40B4-BE49-F238E27FC236}">
                <a16:creationId xmlns:a16="http://schemas.microsoft.com/office/drawing/2014/main" id="{A477ED1C-FACC-A840-8FC1-207467799E49}"/>
              </a:ext>
            </a:extLst>
          </p:cNvPr>
          <p:cNvSpPr/>
          <p:nvPr/>
        </p:nvSpPr>
        <p:spPr>
          <a:xfrm>
            <a:off x="9646920" y="1572768"/>
            <a:ext cx="2057400" cy="3611880"/>
          </a:xfrm>
          <a:prstGeom prst="roundRect">
            <a:avLst/>
          </a:prstGeom>
          <a:solidFill>
            <a:srgbClr val="FFFFFF"/>
          </a:solidFill>
          <a:ln w="12700">
            <a:solidFill>
              <a:srgbClr val="E2E7EE"/>
            </a:solidFill>
          </a:ln>
        </p:spPr>
      </p:sp>
      <p:sp>
        <p:nvSpPr>
          <p:cNvPr id="39" name="Text 62">
            <a:extLst>
              <a:ext uri="{FF2B5EF4-FFF2-40B4-BE49-F238E27FC236}">
                <a16:creationId xmlns:a16="http://schemas.microsoft.com/office/drawing/2014/main" id="{493537ED-D6D2-0F94-1E8C-FBA4AEF187A1}"/>
              </a:ext>
            </a:extLst>
          </p:cNvPr>
          <p:cNvSpPr/>
          <p:nvPr/>
        </p:nvSpPr>
        <p:spPr>
          <a:xfrm>
            <a:off x="9866376" y="1719072"/>
            <a:ext cx="1655064" cy="228600"/>
          </a:xfrm>
          <a:prstGeom prst="rect">
            <a:avLst/>
          </a:prstGeom>
          <a:noFill/>
          <a:ln>
            <a:noFill/>
          </a:ln>
        </p:spPr>
        <p:txBody>
          <a:bodyPr wrap="square" lIns="0" tIns="0" rIns="0" bIns="0" anchor="ctr"/>
          <a:lstStyle/>
          <a:p>
            <a:pPr algn="l"/>
            <a:r>
              <a:rPr lang="en-US" sz="1000" b="1">
                <a:solidFill>
                  <a:srgbClr val="8764D8"/>
                </a:solidFill>
                <a:latin typeface="Aptos"/>
              </a:rPr>
              <a:t>STABLE</a:t>
            </a:r>
            <a:endParaRPr lang="en-US" sz="1000"/>
          </a:p>
        </p:txBody>
      </p:sp>
      <p:sp>
        <p:nvSpPr>
          <p:cNvPr id="41" name="Text 63">
            <a:extLst>
              <a:ext uri="{FF2B5EF4-FFF2-40B4-BE49-F238E27FC236}">
                <a16:creationId xmlns:a16="http://schemas.microsoft.com/office/drawing/2014/main" id="{BB80481A-AB6F-E489-7B65-4142CCDBD629}"/>
              </a:ext>
            </a:extLst>
          </p:cNvPr>
          <p:cNvSpPr/>
          <p:nvPr/>
        </p:nvSpPr>
        <p:spPr>
          <a:xfrm>
            <a:off x="9866376" y="2029968"/>
            <a:ext cx="1655064" cy="384048"/>
          </a:xfrm>
          <a:prstGeom prst="rect">
            <a:avLst/>
          </a:prstGeom>
          <a:noFill/>
          <a:ln>
            <a:noFill/>
          </a:ln>
        </p:spPr>
        <p:txBody>
          <a:bodyPr wrap="square" lIns="0" tIns="0" rIns="0" bIns="0" anchor="ctr"/>
          <a:lstStyle/>
          <a:p>
            <a:pPr algn="l"/>
            <a:r>
              <a:rPr lang="en-US" sz="1700" b="1">
                <a:solidFill>
                  <a:srgbClr val="172033"/>
                </a:solidFill>
                <a:latin typeface="Aptos"/>
              </a:rPr>
              <a:t>General mood</a:t>
            </a:r>
            <a:endParaRPr lang="en-US" sz="1700"/>
          </a:p>
        </p:txBody>
      </p:sp>
      <p:sp>
        <p:nvSpPr>
          <p:cNvPr id="43" name="Text 64">
            <a:extLst>
              <a:ext uri="{FF2B5EF4-FFF2-40B4-BE49-F238E27FC236}">
                <a16:creationId xmlns:a16="http://schemas.microsoft.com/office/drawing/2014/main" id="{4E94BBBA-F3E2-C2B5-CC58-1866B496F960}"/>
              </a:ext>
            </a:extLst>
          </p:cNvPr>
          <p:cNvSpPr/>
          <p:nvPr/>
        </p:nvSpPr>
        <p:spPr>
          <a:xfrm>
            <a:off x="9866376" y="2468880"/>
            <a:ext cx="1655064" cy="2587752"/>
          </a:xfrm>
          <a:prstGeom prst="rect">
            <a:avLst/>
          </a:prstGeom>
          <a:noFill/>
          <a:ln>
            <a:noFill/>
          </a:ln>
        </p:spPr>
        <p:txBody>
          <a:bodyPr wrap="square" lIns="0" tIns="0" rIns="0" bIns="0" anchor="ctr"/>
          <a:lstStyle/>
          <a:p>
            <a:pPr algn="l"/>
            <a:r>
              <a:rPr lang="en-US" sz="1400">
                <a:solidFill>
                  <a:srgbClr val="536174"/>
                </a:solidFill>
                <a:latin typeface="Aptos"/>
              </a:rPr>
              <a:t>Supported production version with updates and patches.</a:t>
            </a:r>
            <a:endParaRPr lang="en-US" sz="1400"/>
          </a:p>
        </p:txBody>
      </p:sp>
    </p:spTree>
    <p:extLst>
      <p:ext uri="{BB962C8B-B14F-4D97-AF65-F5344CB8AC3E}">
        <p14:creationId xmlns:p14="http://schemas.microsoft.com/office/powerpoint/2010/main" val="756341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DCD8C0D8-E584-B7CD-BFD9-E38039CE135C}"/>
              </a:ext>
            </a:extLst>
          </p:cNvPr>
          <p:cNvSpPr>
            <a:spLocks noGrp="1"/>
          </p:cNvSpPr>
          <p:nvPr>
            <p:ph idx="1"/>
          </p:nvPr>
        </p:nvSpPr>
        <p:spPr/>
        <p:txBody>
          <a:bodyPr>
            <a:normAutofit/>
          </a:bodyPr>
          <a:lstStyle/>
          <a:p>
            <a:pPr algn="just">
              <a:lnSpc>
                <a:spcPct val="135000"/>
              </a:lnSpc>
              <a:spcAft>
                <a:spcPts val="1200"/>
              </a:spcAft>
            </a:pPr>
            <a:r>
              <a:rPr lang="en-US" sz="1900" dirty="0" err="1"/>
              <a:t>Pre-alpha</a:t>
            </a:r>
            <a:r>
              <a:rPr lang="en-US" sz="1900" dirty="0"/>
              <a:t>: This is the initial stage of software development, during which the product is still in the design and planning phase. The requirements and overall structure of the software are defined, and the development team can start working on the core code and architecture.</a:t>
            </a:r>
          </a:p>
          <a:p>
            <a:pPr algn="just">
              <a:lnSpc>
                <a:spcPct val="135000"/>
              </a:lnSpc>
              <a:spcAft>
                <a:spcPts val="1200"/>
              </a:spcAft>
            </a:pPr>
            <a:r>
              <a:rPr lang="en-US" sz="1900" dirty="0"/>
              <a:t>Alpha: At this stage, the software is in a preliminary form, with some functionality implemented but not yet complete. The software may have many bugs and is usually not stable enough for general use. Alpha releases are often used for internal testing and development purposes.</a:t>
            </a:r>
          </a:p>
        </p:txBody>
      </p:sp>
      <p:sp>
        <p:nvSpPr>
          <p:cNvPr id="8" name="Τίτλος 7">
            <a:extLst>
              <a:ext uri="{FF2B5EF4-FFF2-40B4-BE49-F238E27FC236}">
                <a16:creationId xmlns:a16="http://schemas.microsoft.com/office/drawing/2014/main" id="{962D381A-D87A-4A60-6EAF-F70D426FE06E}"/>
              </a:ext>
            </a:extLst>
          </p:cNvPr>
          <p:cNvSpPr>
            <a:spLocks noGrp="1"/>
          </p:cNvSpPr>
          <p:nvPr>
            <p:ph type="title"/>
          </p:nvPr>
        </p:nvSpPr>
        <p:spPr/>
        <p:txBody>
          <a:bodyPr/>
          <a:lstStyle/>
          <a:p>
            <a:r>
              <a:rPr lang="en-US" dirty="0"/>
              <a:t>Software release life cycle</a:t>
            </a:r>
            <a:br>
              <a:rPr lang="en-US" dirty="0"/>
            </a:br>
            <a:endParaRPr lang="en-US" dirty="0"/>
          </a:p>
        </p:txBody>
      </p:sp>
    </p:spTree>
    <p:extLst>
      <p:ext uri="{BB962C8B-B14F-4D97-AF65-F5344CB8AC3E}">
        <p14:creationId xmlns:p14="http://schemas.microsoft.com/office/powerpoint/2010/main" val="3098851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Τίτλος 4">
            <a:extLst>
              <a:ext uri="{FF2B5EF4-FFF2-40B4-BE49-F238E27FC236}">
                <a16:creationId xmlns:a16="http://schemas.microsoft.com/office/drawing/2014/main" id="{187C14CE-EB48-0A53-18AF-22062F443B18}"/>
              </a:ext>
            </a:extLst>
          </p:cNvPr>
          <p:cNvSpPr>
            <a:spLocks noGrp="1"/>
          </p:cNvSpPr>
          <p:nvPr>
            <p:ph type="title"/>
          </p:nvPr>
        </p:nvSpPr>
        <p:spPr/>
        <p:txBody>
          <a:bodyPr/>
          <a:lstStyle/>
          <a:p>
            <a:r>
              <a:rPr lang="en-US" dirty="0"/>
              <a:t>Software release life cycle</a:t>
            </a:r>
            <a:br>
              <a:rPr lang="en-US" dirty="0"/>
            </a:br>
            <a:endParaRPr lang="en-US" dirty="0"/>
          </a:p>
        </p:txBody>
      </p:sp>
      <p:sp>
        <p:nvSpPr>
          <p:cNvPr id="3" name="Θέση περιεχομένου 2">
            <a:extLst>
              <a:ext uri="{FF2B5EF4-FFF2-40B4-BE49-F238E27FC236}">
                <a16:creationId xmlns:a16="http://schemas.microsoft.com/office/drawing/2014/main" id="{7D0092F8-EEE4-3D5F-3EAD-9A26CABF4147}"/>
              </a:ext>
            </a:extLst>
          </p:cNvPr>
          <p:cNvSpPr>
            <a:spLocks noGrp="1"/>
          </p:cNvSpPr>
          <p:nvPr>
            <p:ph idx="1"/>
          </p:nvPr>
        </p:nvSpPr>
        <p:spPr/>
        <p:txBody>
          <a:bodyPr>
            <a:normAutofit/>
          </a:bodyPr>
          <a:lstStyle/>
          <a:p>
            <a:pPr algn="just">
              <a:lnSpc>
                <a:spcPct val="100000"/>
              </a:lnSpc>
              <a:spcAft>
                <a:spcPts val="1200"/>
              </a:spcAft>
            </a:pPr>
            <a:r>
              <a:rPr lang="en-US" sz="1900" dirty="0" err="1"/>
              <a:t>Beta</a:t>
            </a:r>
            <a:r>
              <a:rPr lang="en-US" sz="1900" dirty="0"/>
              <a:t>: The software is now fully featured and has undergone some level of internal testing. It is distributed to a select group of external users (testers)</a:t>
            </a:r>
            <a:r>
              <a:rPr lang="en-US" sz="1900" dirty="0" err="1"/>
              <a:t> beta</a:t>
            </a:r>
            <a:r>
              <a:rPr lang="en-US" sz="1900" dirty="0"/>
              <a:t>) to identify any remaining issues, bugs, or user experience problems. The versions</a:t>
            </a:r>
            <a:r>
              <a:rPr lang="en-US" sz="1900" dirty="0" err="1"/>
              <a:t> beta</a:t>
            </a:r>
            <a:r>
              <a:rPr lang="en-US" sz="1900" dirty="0"/>
              <a:t> are often considered "pre-release" versions of the software and feedback from testers</a:t>
            </a:r>
            <a:r>
              <a:rPr lang="en-US" sz="1900" dirty="0" err="1"/>
              <a:t> beta</a:t>
            </a:r>
            <a:r>
              <a:rPr lang="en-US" sz="1900" dirty="0"/>
              <a:t> they contribute to polishing the product before its final release.</a:t>
            </a:r>
          </a:p>
          <a:p>
            <a:pPr algn="just">
              <a:lnSpc>
                <a:spcPct val="100000"/>
              </a:lnSpc>
              <a:spcAft>
                <a:spcPts val="1200"/>
              </a:spcAft>
            </a:pPr>
            <a:r>
              <a:rPr lang="en-US" sz="1900" dirty="0"/>
              <a:t>Release Candidate (RC): This stage takes place after the software has gone through the testing process.</a:t>
            </a:r>
            <a:r>
              <a:rPr lang="en-US" sz="1900" dirty="0" err="1"/>
              <a:t> beta</a:t>
            </a:r>
            <a:r>
              <a:rPr lang="en-US" sz="1900" dirty="0"/>
              <a:t> and most known issues have been resolved. The release candidate is considered stable and almost ready for public release. It may undergo further testing and minor bug fixes before the final release, but no major changes are expected.</a:t>
            </a:r>
          </a:p>
        </p:txBody>
      </p:sp>
    </p:spTree>
    <p:extLst>
      <p:ext uri="{BB962C8B-B14F-4D97-AF65-F5344CB8AC3E}">
        <p14:creationId xmlns:p14="http://schemas.microsoft.com/office/powerpoint/2010/main" val="3798736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Τίτλος 4">
            <a:extLst>
              <a:ext uri="{FF2B5EF4-FFF2-40B4-BE49-F238E27FC236}">
                <a16:creationId xmlns:a16="http://schemas.microsoft.com/office/drawing/2014/main" id="{93329F47-0B74-E6E5-74CF-104554166650}"/>
              </a:ext>
            </a:extLst>
          </p:cNvPr>
          <p:cNvSpPr>
            <a:spLocks noGrp="1"/>
          </p:cNvSpPr>
          <p:nvPr>
            <p:ph type="title"/>
          </p:nvPr>
        </p:nvSpPr>
        <p:spPr/>
        <p:txBody>
          <a:bodyPr/>
          <a:lstStyle/>
          <a:p>
            <a:r>
              <a:rPr lang="en-US" dirty="0"/>
              <a:t>Software release life cycle</a:t>
            </a:r>
            <a:br>
              <a:rPr lang="en-US" dirty="0"/>
            </a:br>
            <a:endParaRPr lang="en-US" dirty="0"/>
          </a:p>
        </p:txBody>
      </p:sp>
      <p:sp>
        <p:nvSpPr>
          <p:cNvPr id="3" name="Θέση περιεχομένου 2">
            <a:extLst>
              <a:ext uri="{FF2B5EF4-FFF2-40B4-BE49-F238E27FC236}">
                <a16:creationId xmlns:a16="http://schemas.microsoft.com/office/drawing/2014/main" id="{B0BE599D-AC7F-43BB-DF54-5475B2E769FD}"/>
              </a:ext>
            </a:extLst>
          </p:cNvPr>
          <p:cNvSpPr>
            <a:spLocks noGrp="1"/>
          </p:cNvSpPr>
          <p:nvPr>
            <p:ph idx="1"/>
          </p:nvPr>
        </p:nvSpPr>
        <p:spPr/>
        <p:txBody>
          <a:bodyPr>
            <a:normAutofit/>
          </a:bodyPr>
          <a:lstStyle/>
          <a:p>
            <a:pPr algn="just">
              <a:lnSpc>
                <a:spcPct val="110000"/>
              </a:lnSpc>
              <a:spcAft>
                <a:spcPts val="1200"/>
              </a:spcAft>
            </a:pPr>
            <a:r>
              <a:rPr lang="en-US" sz="1900" dirty="0"/>
              <a:t>General Availability (GA) or Final Release: The software is now considered stable, well-tested, and ready for public distribution. It has passed all previous stages of the release lifecycle and is deemed suitable for widespread use. This version of the software is available to the general public and users can download, install, and use it.</a:t>
            </a:r>
          </a:p>
          <a:p>
            <a:pPr algn="just">
              <a:lnSpc>
                <a:spcPct val="110000"/>
              </a:lnSpc>
              <a:spcAft>
                <a:spcPts val="1200"/>
              </a:spcAft>
            </a:pPr>
            <a:r>
              <a:rPr lang="en-US" sz="1900" dirty="0"/>
              <a:t>Maintenance and updates: After software is released, it will typically undergo maintenance to address any new issues, bugs, or security vulnerabilities that are discovered. This may include issuing patches, updates, or new versions of the software to keep it up-to-date and secure.</a:t>
            </a:r>
          </a:p>
        </p:txBody>
      </p:sp>
    </p:spTree>
    <p:extLst>
      <p:ext uri="{BB962C8B-B14F-4D97-AF65-F5344CB8AC3E}">
        <p14:creationId xmlns:p14="http://schemas.microsoft.com/office/powerpoint/2010/main" val="2100044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Τίτλος 4">
            <a:extLst>
              <a:ext uri="{FF2B5EF4-FFF2-40B4-BE49-F238E27FC236}">
                <a16:creationId xmlns:a16="http://schemas.microsoft.com/office/drawing/2014/main" id="{F2323907-4024-BA13-3E52-6FAC4E64E300}"/>
              </a:ext>
            </a:extLst>
          </p:cNvPr>
          <p:cNvSpPr>
            <a:spLocks noGrp="1"/>
          </p:cNvSpPr>
          <p:nvPr>
            <p:ph type="title"/>
          </p:nvPr>
        </p:nvSpPr>
        <p:spPr/>
        <p:txBody>
          <a:bodyPr/>
          <a:lstStyle/>
          <a:p>
            <a:r>
              <a:rPr lang="en-US" dirty="0"/>
              <a:t>Software release life cycle</a:t>
            </a:r>
            <a:br>
              <a:rPr lang="en-US" dirty="0"/>
            </a:br>
            <a:endParaRPr lang="en-US" dirty="0"/>
          </a:p>
        </p:txBody>
      </p:sp>
      <p:sp>
        <p:nvSpPr>
          <p:cNvPr id="3" name="Θέση περιεχομένου 2">
            <a:extLst>
              <a:ext uri="{FF2B5EF4-FFF2-40B4-BE49-F238E27FC236}">
                <a16:creationId xmlns:a16="http://schemas.microsoft.com/office/drawing/2014/main" id="{7F54138B-3F36-AF66-0D57-99E993D70066}"/>
              </a:ext>
            </a:extLst>
          </p:cNvPr>
          <p:cNvSpPr>
            <a:spLocks noGrp="1"/>
          </p:cNvSpPr>
          <p:nvPr>
            <p:ph idx="1"/>
          </p:nvPr>
        </p:nvSpPr>
        <p:spPr/>
        <p:txBody>
          <a:bodyPr/>
          <a:lstStyle/>
          <a:p>
            <a:pPr algn="just">
              <a:lnSpc>
                <a:spcPct val="110000"/>
              </a:lnSpc>
              <a:spcAft>
                <a:spcPts val="1200"/>
              </a:spcAft>
            </a:pPr>
            <a:r>
              <a:rPr lang="en-US" sz="1900" dirty="0"/>
              <a:t>End of Life (EOL): Eventually, a software product may reach the end of its life cycle, either due to</a:t>
            </a:r>
            <a:r>
              <a:rPr lang="en-US" sz="1900" dirty="0" err="1"/>
              <a:t> antiquity</a:t>
            </a:r>
            <a:r>
              <a:rPr lang="en-US" sz="1900" dirty="0"/>
              <a:t>, release of a new major version, or other factors. At this point, the software will no longer be supported or maintained, and users are encouraged to upgrade to a newer version or alternative product.</a:t>
            </a:r>
          </a:p>
        </p:txBody>
      </p:sp>
    </p:spTree>
    <p:extLst>
      <p:ext uri="{BB962C8B-B14F-4D97-AF65-F5344CB8AC3E}">
        <p14:creationId xmlns:p14="http://schemas.microsoft.com/office/powerpoint/2010/main" val="3668623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845C356-460A-E4CB-348A-725BD27DDDC9}"/>
              </a:ext>
            </a:extLst>
          </p:cNvPr>
          <p:cNvSpPr>
            <a:spLocks noGrp="1"/>
          </p:cNvSpPr>
          <p:nvPr>
            <p:ph type="title"/>
          </p:nvPr>
        </p:nvSpPr>
        <p:spPr/>
        <p:txBody>
          <a:bodyPr/>
          <a:lstStyle/>
          <a:p>
            <a:r>
              <a:rPr lang="en-US" dirty="0"/>
              <a:t>Publications:</a:t>
            </a:r>
            <a:r>
              <a:rPr lang="en-US" dirty="0" err="1"/>
              <a:t> Major.Minor.Patch</a:t>
            </a:r>
            <a:br>
              <a:rPr lang="en-US" dirty="0"/>
            </a:br>
            <a:endParaRPr lang="en-US" dirty="0"/>
          </a:p>
        </p:txBody>
      </p:sp>
      <p:sp>
        <p:nvSpPr>
          <p:cNvPr id="3" name="Θέση περιεχομένου 2">
            <a:extLst>
              <a:ext uri="{FF2B5EF4-FFF2-40B4-BE49-F238E27FC236}">
                <a16:creationId xmlns:a16="http://schemas.microsoft.com/office/drawing/2014/main" id="{21381651-E391-BBA3-4AAA-D791F9109C7F}"/>
              </a:ext>
            </a:extLst>
          </p:cNvPr>
          <p:cNvSpPr>
            <a:spLocks noGrp="1"/>
          </p:cNvSpPr>
          <p:nvPr>
            <p:ph idx="1"/>
          </p:nvPr>
        </p:nvSpPr>
        <p:spPr/>
        <p:txBody>
          <a:bodyPr/>
          <a:lstStyle/>
          <a:p>
            <a:endParaRPr lang="en-US"/>
          </a:p>
        </p:txBody>
      </p:sp>
      <p:sp>
        <p:nvSpPr>
          <p:cNvPr id="5" name="Box 20">
            <a:extLst>
              <a:ext uri="{FF2B5EF4-FFF2-40B4-BE49-F238E27FC236}">
                <a16:creationId xmlns:a16="http://schemas.microsoft.com/office/drawing/2014/main" id="{509042C0-15DB-4776-0FA2-9A465728A4BF}"/>
              </a:ext>
            </a:extLst>
          </p:cNvPr>
          <p:cNvSpPr/>
          <p:nvPr/>
        </p:nvSpPr>
        <p:spPr>
          <a:xfrm>
            <a:off x="960120" y="1783080"/>
            <a:ext cx="2926080" cy="1828800"/>
          </a:xfrm>
          <a:prstGeom prst="roundRect">
            <a:avLst/>
          </a:prstGeom>
          <a:solidFill>
            <a:srgbClr val="FFF0ED"/>
          </a:solidFill>
          <a:ln w="12700">
            <a:solidFill>
              <a:srgbClr val="F0BEB2"/>
            </a:solidFill>
          </a:ln>
        </p:spPr>
      </p:sp>
      <p:sp>
        <p:nvSpPr>
          <p:cNvPr id="7" name="Text 21">
            <a:extLst>
              <a:ext uri="{FF2B5EF4-FFF2-40B4-BE49-F238E27FC236}">
                <a16:creationId xmlns:a16="http://schemas.microsoft.com/office/drawing/2014/main" id="{4C2A191C-DC95-85A2-79D4-0E3FF58B1598}"/>
              </a:ext>
            </a:extLst>
          </p:cNvPr>
          <p:cNvSpPr/>
          <p:nvPr/>
        </p:nvSpPr>
        <p:spPr>
          <a:xfrm>
            <a:off x="1234440" y="2084832"/>
            <a:ext cx="2377440" cy="502920"/>
          </a:xfrm>
          <a:prstGeom prst="rect">
            <a:avLst/>
          </a:prstGeom>
          <a:noFill/>
          <a:ln>
            <a:noFill/>
          </a:ln>
        </p:spPr>
        <p:txBody>
          <a:bodyPr wrap="square" lIns="0" tIns="0" rIns="0" bIns="0" anchor="ctr"/>
          <a:lstStyle/>
          <a:p>
            <a:pPr algn="l"/>
            <a:r>
              <a:rPr lang="en-US" sz="3600" b="1">
                <a:solidFill>
                  <a:srgbClr val="9A3E2A"/>
                </a:solidFill>
                <a:latin typeface="Aptos"/>
              </a:rPr>
              <a:t>2</a:t>
            </a:r>
            <a:endParaRPr lang="en-US" sz="3600"/>
          </a:p>
        </p:txBody>
      </p:sp>
      <p:sp>
        <p:nvSpPr>
          <p:cNvPr id="9" name="Text 22">
            <a:extLst>
              <a:ext uri="{FF2B5EF4-FFF2-40B4-BE49-F238E27FC236}">
                <a16:creationId xmlns:a16="http://schemas.microsoft.com/office/drawing/2014/main" id="{7B073089-F7BC-30AB-0B74-940AB15B02B2}"/>
              </a:ext>
            </a:extLst>
          </p:cNvPr>
          <p:cNvSpPr/>
          <p:nvPr/>
        </p:nvSpPr>
        <p:spPr>
          <a:xfrm>
            <a:off x="1234440" y="2862072"/>
            <a:ext cx="2377440" cy="320040"/>
          </a:xfrm>
          <a:prstGeom prst="rect">
            <a:avLst/>
          </a:prstGeom>
          <a:noFill/>
          <a:ln>
            <a:noFill/>
          </a:ln>
        </p:spPr>
        <p:txBody>
          <a:bodyPr wrap="square" lIns="0" tIns="0" rIns="0" bIns="0" anchor="ctr"/>
          <a:lstStyle/>
          <a:p>
            <a:pPr algn="l"/>
            <a:r>
              <a:rPr lang="en-US" sz="1400" b="1">
                <a:solidFill>
                  <a:srgbClr val="9A3E2A"/>
                </a:solidFill>
                <a:latin typeface="Aptos"/>
              </a:rPr>
              <a:t>MAJOR</a:t>
            </a:r>
            <a:endParaRPr lang="en-US" sz="1400"/>
          </a:p>
        </p:txBody>
      </p:sp>
      <p:sp>
        <p:nvSpPr>
          <p:cNvPr id="11" name="Text 23">
            <a:extLst>
              <a:ext uri="{FF2B5EF4-FFF2-40B4-BE49-F238E27FC236}">
                <a16:creationId xmlns:a16="http://schemas.microsoft.com/office/drawing/2014/main" id="{4BABC384-6372-0F0E-399C-0081FA03ADEC}"/>
              </a:ext>
            </a:extLst>
          </p:cNvPr>
          <p:cNvSpPr/>
          <p:nvPr/>
        </p:nvSpPr>
        <p:spPr>
          <a:xfrm>
            <a:off x="3977640" y="2331720"/>
            <a:ext cx="502920" cy="502920"/>
          </a:xfrm>
          <a:prstGeom prst="rect">
            <a:avLst/>
          </a:prstGeom>
          <a:noFill/>
          <a:ln>
            <a:noFill/>
          </a:ln>
        </p:spPr>
        <p:txBody>
          <a:bodyPr wrap="square" lIns="0" tIns="0" rIns="0" bIns="0" anchor="ctr"/>
          <a:lstStyle/>
          <a:p>
            <a:pPr algn="l"/>
            <a:r>
              <a:rPr lang="en-US" sz="3400" b="1">
                <a:solidFill>
                  <a:srgbClr val="7A8699"/>
                </a:solidFill>
                <a:latin typeface="Aptos"/>
              </a:rPr>
              <a:t>.</a:t>
            </a:r>
            <a:endParaRPr lang="en-US" sz="3400"/>
          </a:p>
        </p:txBody>
      </p:sp>
      <p:sp>
        <p:nvSpPr>
          <p:cNvPr id="13" name="Box 30">
            <a:extLst>
              <a:ext uri="{FF2B5EF4-FFF2-40B4-BE49-F238E27FC236}">
                <a16:creationId xmlns:a16="http://schemas.microsoft.com/office/drawing/2014/main" id="{4300B570-9C05-A8ED-7F4E-7C1B896289C7}"/>
              </a:ext>
            </a:extLst>
          </p:cNvPr>
          <p:cNvSpPr/>
          <p:nvPr/>
        </p:nvSpPr>
        <p:spPr>
          <a:xfrm>
            <a:off x="4526280" y="1783080"/>
            <a:ext cx="2926080" cy="1828800"/>
          </a:xfrm>
          <a:prstGeom prst="roundRect">
            <a:avLst/>
          </a:prstGeom>
          <a:solidFill>
            <a:srgbClr val="FFF5E5"/>
          </a:solidFill>
          <a:ln w="12700">
            <a:solidFill>
              <a:srgbClr val="F8D99D"/>
            </a:solidFill>
          </a:ln>
        </p:spPr>
      </p:sp>
      <p:sp>
        <p:nvSpPr>
          <p:cNvPr id="15" name="Text 31">
            <a:extLst>
              <a:ext uri="{FF2B5EF4-FFF2-40B4-BE49-F238E27FC236}">
                <a16:creationId xmlns:a16="http://schemas.microsoft.com/office/drawing/2014/main" id="{6C19CCEE-1DEB-4BD4-9197-B136D8EAF4FF}"/>
              </a:ext>
            </a:extLst>
          </p:cNvPr>
          <p:cNvSpPr/>
          <p:nvPr/>
        </p:nvSpPr>
        <p:spPr>
          <a:xfrm>
            <a:off x="4800600" y="2084832"/>
            <a:ext cx="2377440" cy="502920"/>
          </a:xfrm>
          <a:prstGeom prst="rect">
            <a:avLst/>
          </a:prstGeom>
          <a:noFill/>
          <a:ln>
            <a:noFill/>
          </a:ln>
        </p:spPr>
        <p:txBody>
          <a:bodyPr wrap="square" lIns="0" tIns="0" rIns="0" bIns="0" anchor="ctr"/>
          <a:lstStyle/>
          <a:p>
            <a:pPr algn="l"/>
            <a:r>
              <a:rPr lang="en-US" sz="3600" b="1">
                <a:solidFill>
                  <a:srgbClr val="8A5A12"/>
                </a:solidFill>
                <a:latin typeface="Aptos"/>
              </a:rPr>
              <a:t>4</a:t>
            </a:r>
            <a:endParaRPr lang="en-US" sz="3600"/>
          </a:p>
        </p:txBody>
      </p:sp>
      <p:sp>
        <p:nvSpPr>
          <p:cNvPr id="17" name="Text 32">
            <a:extLst>
              <a:ext uri="{FF2B5EF4-FFF2-40B4-BE49-F238E27FC236}">
                <a16:creationId xmlns:a16="http://schemas.microsoft.com/office/drawing/2014/main" id="{55D1A3B4-1C75-CD74-9B19-5D9CCDBE3FC9}"/>
              </a:ext>
            </a:extLst>
          </p:cNvPr>
          <p:cNvSpPr/>
          <p:nvPr/>
        </p:nvSpPr>
        <p:spPr>
          <a:xfrm>
            <a:off x="4800600" y="2862072"/>
            <a:ext cx="2377440" cy="320040"/>
          </a:xfrm>
          <a:prstGeom prst="rect">
            <a:avLst/>
          </a:prstGeom>
          <a:noFill/>
          <a:ln>
            <a:noFill/>
          </a:ln>
        </p:spPr>
        <p:txBody>
          <a:bodyPr wrap="square" lIns="0" tIns="0" rIns="0" bIns="0" anchor="ctr"/>
          <a:lstStyle/>
          <a:p>
            <a:pPr algn="l"/>
            <a:r>
              <a:rPr lang="en-US" sz="1400" b="1">
                <a:solidFill>
                  <a:srgbClr val="8A5A12"/>
                </a:solidFill>
                <a:latin typeface="Aptos"/>
              </a:rPr>
              <a:t>MINOR</a:t>
            </a:r>
            <a:endParaRPr lang="en-US" sz="1400"/>
          </a:p>
        </p:txBody>
      </p:sp>
      <p:sp>
        <p:nvSpPr>
          <p:cNvPr id="19" name="Text 33">
            <a:extLst>
              <a:ext uri="{FF2B5EF4-FFF2-40B4-BE49-F238E27FC236}">
                <a16:creationId xmlns:a16="http://schemas.microsoft.com/office/drawing/2014/main" id="{80B4DF8D-4C86-C621-AEC3-6DB7C4156496}"/>
              </a:ext>
            </a:extLst>
          </p:cNvPr>
          <p:cNvSpPr/>
          <p:nvPr/>
        </p:nvSpPr>
        <p:spPr>
          <a:xfrm>
            <a:off x="7543800" y="2331720"/>
            <a:ext cx="502920" cy="502920"/>
          </a:xfrm>
          <a:prstGeom prst="rect">
            <a:avLst/>
          </a:prstGeom>
          <a:noFill/>
          <a:ln>
            <a:noFill/>
          </a:ln>
        </p:spPr>
        <p:txBody>
          <a:bodyPr wrap="square" lIns="0" tIns="0" rIns="0" bIns="0" anchor="ctr"/>
          <a:lstStyle/>
          <a:p>
            <a:pPr algn="l"/>
            <a:r>
              <a:rPr lang="en-US" sz="3400" b="1">
                <a:solidFill>
                  <a:srgbClr val="7A8699"/>
                </a:solidFill>
                <a:latin typeface="Aptos"/>
              </a:rPr>
              <a:t>.</a:t>
            </a:r>
            <a:endParaRPr lang="en-US" sz="3400"/>
          </a:p>
        </p:txBody>
      </p:sp>
      <p:sp>
        <p:nvSpPr>
          <p:cNvPr id="21" name="Box 40">
            <a:extLst>
              <a:ext uri="{FF2B5EF4-FFF2-40B4-BE49-F238E27FC236}">
                <a16:creationId xmlns:a16="http://schemas.microsoft.com/office/drawing/2014/main" id="{46D4735B-F6AA-6C6E-E7A2-93B73A837AF4}"/>
              </a:ext>
            </a:extLst>
          </p:cNvPr>
          <p:cNvSpPr/>
          <p:nvPr/>
        </p:nvSpPr>
        <p:spPr>
          <a:xfrm>
            <a:off x="8092440" y="1783080"/>
            <a:ext cx="2926080" cy="1828800"/>
          </a:xfrm>
          <a:prstGeom prst="roundRect">
            <a:avLst/>
          </a:prstGeom>
          <a:solidFill>
            <a:srgbClr val="EAF7F5"/>
          </a:solidFill>
          <a:ln w="12700">
            <a:solidFill>
              <a:srgbClr val="BFEAE4"/>
            </a:solidFill>
          </a:ln>
        </p:spPr>
      </p:sp>
      <p:sp>
        <p:nvSpPr>
          <p:cNvPr id="23" name="Text 41">
            <a:extLst>
              <a:ext uri="{FF2B5EF4-FFF2-40B4-BE49-F238E27FC236}">
                <a16:creationId xmlns:a16="http://schemas.microsoft.com/office/drawing/2014/main" id="{BE8B2DB3-EA74-E8E3-7033-02500B40A2F4}"/>
              </a:ext>
            </a:extLst>
          </p:cNvPr>
          <p:cNvSpPr/>
          <p:nvPr/>
        </p:nvSpPr>
        <p:spPr>
          <a:xfrm>
            <a:off x="8366760" y="2084832"/>
            <a:ext cx="2377440" cy="502920"/>
          </a:xfrm>
          <a:prstGeom prst="rect">
            <a:avLst/>
          </a:prstGeom>
          <a:noFill/>
          <a:ln>
            <a:noFill/>
          </a:ln>
        </p:spPr>
        <p:txBody>
          <a:bodyPr wrap="square" lIns="0" tIns="0" rIns="0" bIns="0" anchor="ctr"/>
          <a:lstStyle/>
          <a:p>
            <a:pPr algn="l"/>
            <a:r>
              <a:rPr lang="en-US" sz="3600" b="1">
                <a:solidFill>
                  <a:srgbClr val="176F65"/>
                </a:solidFill>
                <a:latin typeface="Aptos"/>
              </a:rPr>
              <a:t>1</a:t>
            </a:r>
            <a:endParaRPr lang="en-US" sz="3600"/>
          </a:p>
        </p:txBody>
      </p:sp>
      <p:sp>
        <p:nvSpPr>
          <p:cNvPr id="25" name="Text 42">
            <a:extLst>
              <a:ext uri="{FF2B5EF4-FFF2-40B4-BE49-F238E27FC236}">
                <a16:creationId xmlns:a16="http://schemas.microsoft.com/office/drawing/2014/main" id="{0D1C557C-1791-EC73-1E47-AC93C81991E8}"/>
              </a:ext>
            </a:extLst>
          </p:cNvPr>
          <p:cNvSpPr/>
          <p:nvPr/>
        </p:nvSpPr>
        <p:spPr>
          <a:xfrm>
            <a:off x="8366760" y="2862072"/>
            <a:ext cx="2377440" cy="320040"/>
          </a:xfrm>
          <a:prstGeom prst="rect">
            <a:avLst/>
          </a:prstGeom>
          <a:noFill/>
          <a:ln>
            <a:noFill/>
          </a:ln>
        </p:spPr>
        <p:txBody>
          <a:bodyPr wrap="square" lIns="0" tIns="0" rIns="0" bIns="0" anchor="ctr"/>
          <a:lstStyle/>
          <a:p>
            <a:pPr algn="l"/>
            <a:r>
              <a:rPr lang="en-US" sz="1400" b="1">
                <a:solidFill>
                  <a:srgbClr val="176F65"/>
                </a:solidFill>
                <a:latin typeface="Aptos"/>
              </a:rPr>
              <a:t>PATCH</a:t>
            </a:r>
            <a:endParaRPr lang="en-US" sz="1400"/>
          </a:p>
        </p:txBody>
      </p:sp>
      <p:sp>
        <p:nvSpPr>
          <p:cNvPr id="27" name="Box 50">
            <a:extLst>
              <a:ext uri="{FF2B5EF4-FFF2-40B4-BE49-F238E27FC236}">
                <a16:creationId xmlns:a16="http://schemas.microsoft.com/office/drawing/2014/main" id="{9612FB5B-7B08-7476-271E-2CD68023A00A}"/>
              </a:ext>
            </a:extLst>
          </p:cNvPr>
          <p:cNvSpPr/>
          <p:nvPr/>
        </p:nvSpPr>
        <p:spPr>
          <a:xfrm>
            <a:off x="960120" y="4069080"/>
            <a:ext cx="2926080" cy="1325880"/>
          </a:xfrm>
          <a:prstGeom prst="roundRect">
            <a:avLst/>
          </a:prstGeom>
          <a:solidFill>
            <a:srgbClr val="FFFFFF"/>
          </a:solidFill>
          <a:ln w="12700">
            <a:solidFill>
              <a:srgbClr val="E2E7EE"/>
            </a:solidFill>
          </a:ln>
        </p:spPr>
      </p:sp>
      <p:sp>
        <p:nvSpPr>
          <p:cNvPr id="29" name="Text 52">
            <a:extLst>
              <a:ext uri="{FF2B5EF4-FFF2-40B4-BE49-F238E27FC236}">
                <a16:creationId xmlns:a16="http://schemas.microsoft.com/office/drawing/2014/main" id="{E229EF99-134F-4ABD-F46B-078F623ED39D}"/>
              </a:ext>
            </a:extLst>
          </p:cNvPr>
          <p:cNvSpPr/>
          <p:nvPr/>
        </p:nvSpPr>
        <p:spPr>
          <a:xfrm>
            <a:off x="1179576" y="4215384"/>
            <a:ext cx="2523744" cy="228600"/>
          </a:xfrm>
          <a:prstGeom prst="rect">
            <a:avLst/>
          </a:prstGeom>
          <a:noFill/>
          <a:ln>
            <a:noFill/>
          </a:ln>
        </p:spPr>
        <p:txBody>
          <a:bodyPr wrap="square" lIns="0" tIns="0" rIns="0" bIns="0" anchor="ctr"/>
          <a:lstStyle/>
          <a:p>
            <a:pPr algn="l"/>
            <a:r>
              <a:rPr lang="en-US" sz="1000" b="1">
                <a:solidFill>
                  <a:srgbClr val="D06B4F"/>
                </a:solidFill>
                <a:latin typeface="Aptos"/>
              </a:rPr>
              <a:t>BREAKING</a:t>
            </a:r>
            <a:endParaRPr lang="en-US" sz="1000"/>
          </a:p>
        </p:txBody>
      </p:sp>
      <p:sp>
        <p:nvSpPr>
          <p:cNvPr id="31" name="Text 53">
            <a:extLst>
              <a:ext uri="{FF2B5EF4-FFF2-40B4-BE49-F238E27FC236}">
                <a16:creationId xmlns:a16="http://schemas.microsoft.com/office/drawing/2014/main" id="{241E0D64-9FF1-5F41-3F39-79358ADA6290}"/>
              </a:ext>
            </a:extLst>
          </p:cNvPr>
          <p:cNvSpPr/>
          <p:nvPr/>
        </p:nvSpPr>
        <p:spPr>
          <a:xfrm>
            <a:off x="1179576" y="4526280"/>
            <a:ext cx="2523744" cy="384048"/>
          </a:xfrm>
          <a:prstGeom prst="rect">
            <a:avLst/>
          </a:prstGeom>
          <a:noFill/>
          <a:ln>
            <a:noFill/>
          </a:ln>
        </p:spPr>
        <p:txBody>
          <a:bodyPr wrap="square" lIns="0" tIns="0" rIns="0" bIns="0" anchor="ctr"/>
          <a:lstStyle/>
          <a:p>
            <a:pPr algn="l"/>
            <a:r>
              <a:rPr lang="en-US" sz="1700" b="1">
                <a:solidFill>
                  <a:srgbClr val="172033"/>
                </a:solidFill>
                <a:latin typeface="Aptos"/>
              </a:rPr>
              <a:t>Incompatible changes</a:t>
            </a:r>
            <a:endParaRPr lang="en-US" sz="1700"/>
          </a:p>
        </p:txBody>
      </p:sp>
      <p:sp>
        <p:nvSpPr>
          <p:cNvPr id="33" name="Text 54">
            <a:extLst>
              <a:ext uri="{FF2B5EF4-FFF2-40B4-BE49-F238E27FC236}">
                <a16:creationId xmlns:a16="http://schemas.microsoft.com/office/drawing/2014/main" id="{7BFCF32C-6FDB-A38B-BCB4-A75288387400}"/>
              </a:ext>
            </a:extLst>
          </p:cNvPr>
          <p:cNvSpPr/>
          <p:nvPr/>
        </p:nvSpPr>
        <p:spPr>
          <a:xfrm>
            <a:off x="1179576" y="4965192"/>
            <a:ext cx="2523744" cy="301752"/>
          </a:xfrm>
          <a:prstGeom prst="rect">
            <a:avLst/>
          </a:prstGeom>
          <a:noFill/>
          <a:ln>
            <a:noFill/>
          </a:ln>
        </p:spPr>
        <p:txBody>
          <a:bodyPr wrap="square" lIns="0" tIns="0" rIns="0" bIns="0" anchor="ctr"/>
          <a:lstStyle/>
          <a:p>
            <a:pPr algn="l"/>
            <a:r>
              <a:rPr lang="en-US" sz="1400">
                <a:solidFill>
                  <a:srgbClr val="536174"/>
                </a:solidFill>
                <a:latin typeface="Aptos"/>
              </a:rPr>
              <a:t>Major increase.</a:t>
            </a:r>
            <a:endParaRPr lang="en-US" sz="1400"/>
          </a:p>
        </p:txBody>
      </p:sp>
      <p:sp>
        <p:nvSpPr>
          <p:cNvPr id="35" name="Box 60">
            <a:extLst>
              <a:ext uri="{FF2B5EF4-FFF2-40B4-BE49-F238E27FC236}">
                <a16:creationId xmlns:a16="http://schemas.microsoft.com/office/drawing/2014/main" id="{AF2E1CB5-6C67-E917-816D-85F8D50E2BCD}"/>
              </a:ext>
            </a:extLst>
          </p:cNvPr>
          <p:cNvSpPr/>
          <p:nvPr/>
        </p:nvSpPr>
        <p:spPr>
          <a:xfrm>
            <a:off x="4526280" y="4069080"/>
            <a:ext cx="2926080" cy="1325880"/>
          </a:xfrm>
          <a:prstGeom prst="roundRect">
            <a:avLst/>
          </a:prstGeom>
          <a:solidFill>
            <a:srgbClr val="FFFFFF"/>
          </a:solidFill>
          <a:ln w="12700">
            <a:solidFill>
              <a:srgbClr val="E2E7EE"/>
            </a:solidFill>
          </a:ln>
        </p:spPr>
      </p:sp>
      <p:sp>
        <p:nvSpPr>
          <p:cNvPr id="37" name="Text 62">
            <a:extLst>
              <a:ext uri="{FF2B5EF4-FFF2-40B4-BE49-F238E27FC236}">
                <a16:creationId xmlns:a16="http://schemas.microsoft.com/office/drawing/2014/main" id="{86724EB5-DF0F-E88C-4B4A-1F355B6F2EF7}"/>
              </a:ext>
            </a:extLst>
          </p:cNvPr>
          <p:cNvSpPr/>
          <p:nvPr/>
        </p:nvSpPr>
        <p:spPr>
          <a:xfrm>
            <a:off x="4745736" y="4215384"/>
            <a:ext cx="2523744" cy="228600"/>
          </a:xfrm>
          <a:prstGeom prst="rect">
            <a:avLst/>
          </a:prstGeom>
          <a:noFill/>
          <a:ln>
            <a:noFill/>
          </a:ln>
        </p:spPr>
        <p:txBody>
          <a:bodyPr wrap="square" lIns="0" tIns="0" rIns="0" bIns="0" anchor="ctr"/>
          <a:lstStyle/>
          <a:p>
            <a:pPr algn="l"/>
            <a:r>
              <a:rPr lang="en-US" sz="1000" b="1">
                <a:solidFill>
                  <a:srgbClr val="F6B44C"/>
                </a:solidFill>
                <a:latin typeface="Aptos"/>
              </a:rPr>
              <a:t>FEATURE</a:t>
            </a:r>
            <a:endParaRPr lang="en-US" sz="1000"/>
          </a:p>
        </p:txBody>
      </p:sp>
      <p:sp>
        <p:nvSpPr>
          <p:cNvPr id="39" name="Text 63">
            <a:extLst>
              <a:ext uri="{FF2B5EF4-FFF2-40B4-BE49-F238E27FC236}">
                <a16:creationId xmlns:a16="http://schemas.microsoft.com/office/drawing/2014/main" id="{D9AC36F4-3CE9-A1E5-0B5A-F80F4ACC8F6A}"/>
              </a:ext>
            </a:extLst>
          </p:cNvPr>
          <p:cNvSpPr/>
          <p:nvPr/>
        </p:nvSpPr>
        <p:spPr>
          <a:xfrm>
            <a:off x="4745736" y="4526280"/>
            <a:ext cx="2523744" cy="384048"/>
          </a:xfrm>
          <a:prstGeom prst="rect">
            <a:avLst/>
          </a:prstGeom>
          <a:noFill/>
          <a:ln>
            <a:noFill/>
          </a:ln>
        </p:spPr>
        <p:txBody>
          <a:bodyPr wrap="square" lIns="0" tIns="0" rIns="0" bIns="0" anchor="ctr"/>
          <a:lstStyle/>
          <a:p>
            <a:pPr algn="l"/>
            <a:r>
              <a:rPr lang="en-US" sz="1700" b="1">
                <a:solidFill>
                  <a:srgbClr val="172033"/>
                </a:solidFill>
                <a:latin typeface="Aptos"/>
              </a:rPr>
              <a:t>New compatible mode</a:t>
            </a:r>
            <a:endParaRPr lang="en-US" sz="1700"/>
          </a:p>
        </p:txBody>
      </p:sp>
      <p:sp>
        <p:nvSpPr>
          <p:cNvPr id="41" name="Text 64">
            <a:extLst>
              <a:ext uri="{FF2B5EF4-FFF2-40B4-BE49-F238E27FC236}">
                <a16:creationId xmlns:a16="http://schemas.microsoft.com/office/drawing/2014/main" id="{E2B2E9C0-A116-2646-C191-1831DC8B2EEC}"/>
              </a:ext>
            </a:extLst>
          </p:cNvPr>
          <p:cNvSpPr/>
          <p:nvPr/>
        </p:nvSpPr>
        <p:spPr>
          <a:xfrm>
            <a:off x="4745736" y="4965192"/>
            <a:ext cx="2523744" cy="301752"/>
          </a:xfrm>
          <a:prstGeom prst="rect">
            <a:avLst/>
          </a:prstGeom>
          <a:noFill/>
          <a:ln>
            <a:noFill/>
          </a:ln>
        </p:spPr>
        <p:txBody>
          <a:bodyPr wrap="square" lIns="0" tIns="0" rIns="0" bIns="0" anchor="ctr"/>
          <a:lstStyle/>
          <a:p>
            <a:pPr algn="l"/>
            <a:r>
              <a:rPr lang="en-US" sz="1400">
                <a:solidFill>
                  <a:srgbClr val="536174"/>
                </a:solidFill>
                <a:latin typeface="Aptos"/>
              </a:rPr>
              <a:t>Minor increase.</a:t>
            </a:r>
            <a:endParaRPr lang="en-US" sz="1400"/>
          </a:p>
        </p:txBody>
      </p:sp>
      <p:sp>
        <p:nvSpPr>
          <p:cNvPr id="43" name="Box 70">
            <a:extLst>
              <a:ext uri="{FF2B5EF4-FFF2-40B4-BE49-F238E27FC236}">
                <a16:creationId xmlns:a16="http://schemas.microsoft.com/office/drawing/2014/main" id="{6A8DCA40-D10C-C930-8E51-6BF425FB19D3}"/>
              </a:ext>
            </a:extLst>
          </p:cNvPr>
          <p:cNvSpPr/>
          <p:nvPr/>
        </p:nvSpPr>
        <p:spPr>
          <a:xfrm>
            <a:off x="8092440" y="4069080"/>
            <a:ext cx="2926080" cy="1325880"/>
          </a:xfrm>
          <a:prstGeom prst="roundRect">
            <a:avLst/>
          </a:prstGeom>
          <a:solidFill>
            <a:srgbClr val="FFFFFF"/>
          </a:solidFill>
          <a:ln w="12700">
            <a:solidFill>
              <a:srgbClr val="E2E7EE"/>
            </a:solidFill>
          </a:ln>
        </p:spPr>
      </p:sp>
      <p:sp>
        <p:nvSpPr>
          <p:cNvPr id="45" name="Text 72">
            <a:extLst>
              <a:ext uri="{FF2B5EF4-FFF2-40B4-BE49-F238E27FC236}">
                <a16:creationId xmlns:a16="http://schemas.microsoft.com/office/drawing/2014/main" id="{403B108D-A6CB-43F5-3CFC-6931AA8FF56F}"/>
              </a:ext>
            </a:extLst>
          </p:cNvPr>
          <p:cNvSpPr/>
          <p:nvPr/>
        </p:nvSpPr>
        <p:spPr>
          <a:xfrm>
            <a:off x="8311896" y="4215384"/>
            <a:ext cx="2523744" cy="228600"/>
          </a:xfrm>
          <a:prstGeom prst="rect">
            <a:avLst/>
          </a:prstGeom>
          <a:noFill/>
          <a:ln>
            <a:noFill/>
          </a:ln>
        </p:spPr>
        <p:txBody>
          <a:bodyPr wrap="square" lIns="0" tIns="0" rIns="0" bIns="0" anchor="ctr"/>
          <a:lstStyle/>
          <a:p>
            <a:pPr algn="l"/>
            <a:r>
              <a:rPr lang="en-US" sz="1000" b="1">
                <a:solidFill>
                  <a:srgbClr val="25B7A5"/>
                </a:solidFill>
                <a:latin typeface="Aptos"/>
              </a:rPr>
              <a:t>FIX</a:t>
            </a:r>
            <a:endParaRPr lang="en-US" sz="1000"/>
          </a:p>
        </p:txBody>
      </p:sp>
      <p:sp>
        <p:nvSpPr>
          <p:cNvPr id="47" name="Text 73">
            <a:extLst>
              <a:ext uri="{FF2B5EF4-FFF2-40B4-BE49-F238E27FC236}">
                <a16:creationId xmlns:a16="http://schemas.microsoft.com/office/drawing/2014/main" id="{DD4FEA52-489F-4214-B7D3-FAE137CE8983}"/>
              </a:ext>
            </a:extLst>
          </p:cNvPr>
          <p:cNvSpPr/>
          <p:nvPr/>
        </p:nvSpPr>
        <p:spPr>
          <a:xfrm>
            <a:off x="8311896" y="4526280"/>
            <a:ext cx="2523744" cy="384048"/>
          </a:xfrm>
          <a:prstGeom prst="rect">
            <a:avLst/>
          </a:prstGeom>
          <a:noFill/>
          <a:ln>
            <a:noFill/>
          </a:ln>
        </p:spPr>
        <p:txBody>
          <a:bodyPr wrap="square" lIns="0" tIns="0" rIns="0" bIns="0" anchor="ctr"/>
          <a:lstStyle/>
          <a:p>
            <a:pPr algn="l"/>
            <a:r>
              <a:rPr lang="en-US" sz="1700" b="1">
                <a:solidFill>
                  <a:srgbClr val="172033"/>
                </a:solidFill>
                <a:latin typeface="Aptos"/>
              </a:rPr>
              <a:t>Compatible correction</a:t>
            </a:r>
            <a:endParaRPr lang="en-US" sz="1700"/>
          </a:p>
        </p:txBody>
      </p:sp>
      <p:sp>
        <p:nvSpPr>
          <p:cNvPr id="49" name="Text 74">
            <a:extLst>
              <a:ext uri="{FF2B5EF4-FFF2-40B4-BE49-F238E27FC236}">
                <a16:creationId xmlns:a16="http://schemas.microsoft.com/office/drawing/2014/main" id="{3BDBB4C3-F28E-50A9-947C-6B05B44339BC}"/>
              </a:ext>
            </a:extLst>
          </p:cNvPr>
          <p:cNvSpPr/>
          <p:nvPr/>
        </p:nvSpPr>
        <p:spPr>
          <a:xfrm>
            <a:off x="8311896" y="4965192"/>
            <a:ext cx="2523744" cy="301752"/>
          </a:xfrm>
          <a:prstGeom prst="rect">
            <a:avLst/>
          </a:prstGeom>
          <a:noFill/>
          <a:ln>
            <a:noFill/>
          </a:ln>
        </p:spPr>
        <p:txBody>
          <a:bodyPr wrap="square" lIns="0" tIns="0" rIns="0" bIns="0" anchor="ctr"/>
          <a:lstStyle/>
          <a:p>
            <a:pPr algn="l"/>
            <a:r>
              <a:rPr lang="en-US" sz="1400">
                <a:solidFill>
                  <a:srgbClr val="536174"/>
                </a:solidFill>
                <a:latin typeface="Aptos"/>
              </a:rPr>
              <a:t>Patch increase.</a:t>
            </a:r>
            <a:endParaRPr lang="en-US" sz="1400"/>
          </a:p>
        </p:txBody>
      </p:sp>
    </p:spTree>
    <p:extLst>
      <p:ext uri="{BB962C8B-B14F-4D97-AF65-F5344CB8AC3E}">
        <p14:creationId xmlns:p14="http://schemas.microsoft.com/office/powerpoint/2010/main" val="3422975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5"/>
          <p:cNvSpPr/>
          <p:nvPr/>
        </p:nvSpPr>
        <p:spPr>
          <a:xfrm>
            <a:off x="502920" y="438912"/>
            <a:ext cx="11064240" cy="749808"/>
          </a:xfrm>
          <a:prstGeom prst="rect">
            <a:avLst/>
          </a:prstGeom>
          <a:noFill/>
          <a:ln>
            <a:noFill/>
          </a:ln>
        </p:spPr>
        <p:txBody>
          <a:bodyPr wrap="square" lIns="0" tIns="0" rIns="0" bIns="0" anchor="ctr"/>
          <a:lstStyle/>
          <a:p>
            <a:pPr algn="l"/>
            <a:r>
              <a:rPr lang="en-US" sz="2800" b="1">
                <a:solidFill>
                  <a:srgbClr val="172033"/>
                </a:solidFill>
                <a:latin typeface="Aptos"/>
              </a:rPr>
              <a:t>Development process models</a:t>
            </a:r>
            <a:endParaRPr lang="en-US" sz="28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572768"/>
            <a:ext cx="2560320" cy="3611880"/>
          </a:xfrm>
          <a:prstGeom prst="roundRect">
            <a:avLst/>
          </a:prstGeom>
          <a:solidFill>
            <a:srgbClr val="FFFFFF"/>
          </a:solidFill>
          <a:ln w="12700">
            <a:solidFill>
              <a:srgbClr val="E2E7EE"/>
            </a:solidFill>
          </a:ln>
        </p:spPr>
      </p:sp>
      <p:sp>
        <p:nvSpPr>
          <p:cNvPr id="22" name="Text 22"/>
          <p:cNvSpPr/>
          <p:nvPr/>
        </p:nvSpPr>
        <p:spPr>
          <a:xfrm>
            <a:off x="905256" y="1719072"/>
            <a:ext cx="2157984" cy="228600"/>
          </a:xfrm>
          <a:prstGeom prst="rect">
            <a:avLst/>
          </a:prstGeom>
          <a:noFill/>
          <a:ln>
            <a:noFill/>
          </a:ln>
        </p:spPr>
        <p:txBody>
          <a:bodyPr wrap="square" lIns="0" tIns="0" rIns="0" bIns="0" anchor="ctr"/>
          <a:lstStyle/>
          <a:p>
            <a:pPr algn="l"/>
            <a:r>
              <a:rPr lang="en-US" sz="1000" b="1">
                <a:solidFill>
                  <a:srgbClr val="5B7CFA"/>
                </a:solidFill>
                <a:latin typeface="Aptos"/>
              </a:rPr>
              <a:t>WATERFALL</a:t>
            </a:r>
            <a:endParaRPr lang="en-US" sz="1000"/>
          </a:p>
        </p:txBody>
      </p:sp>
      <p:sp>
        <p:nvSpPr>
          <p:cNvPr id="23" name="Text 23"/>
          <p:cNvSpPr/>
          <p:nvPr/>
        </p:nvSpPr>
        <p:spPr>
          <a:xfrm>
            <a:off x="9052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Sequential</a:t>
            </a:r>
            <a:endParaRPr lang="en-US" sz="1700"/>
          </a:p>
        </p:txBody>
      </p:sp>
      <p:sp>
        <p:nvSpPr>
          <p:cNvPr id="24" name="Text 24"/>
          <p:cNvSpPr/>
          <p:nvPr/>
        </p:nvSpPr>
        <p:spPr>
          <a:xfrm>
            <a:off x="9052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 basic phases are mainly performed once and sequentially.</a:t>
            </a:r>
            <a:endParaRPr lang="en-US" sz="1400"/>
          </a:p>
        </p:txBody>
      </p:sp>
      <p:sp>
        <p:nvSpPr>
          <p:cNvPr id="30" name="Box 30"/>
          <p:cNvSpPr/>
          <p:nvPr/>
        </p:nvSpPr>
        <p:spPr>
          <a:xfrm>
            <a:off x="3429000" y="1572768"/>
            <a:ext cx="2560320" cy="3611880"/>
          </a:xfrm>
          <a:prstGeom prst="roundRect">
            <a:avLst/>
          </a:prstGeom>
          <a:solidFill>
            <a:srgbClr val="FFFFFF"/>
          </a:solidFill>
          <a:ln w="12700">
            <a:solidFill>
              <a:srgbClr val="E2E7EE"/>
            </a:solidFill>
          </a:ln>
        </p:spPr>
      </p:sp>
      <p:sp>
        <p:nvSpPr>
          <p:cNvPr id="32" name="Text 32"/>
          <p:cNvSpPr/>
          <p:nvPr/>
        </p:nvSpPr>
        <p:spPr>
          <a:xfrm>
            <a:off x="3648456" y="1719072"/>
            <a:ext cx="2157984" cy="228600"/>
          </a:xfrm>
          <a:prstGeom prst="rect">
            <a:avLst/>
          </a:prstGeom>
          <a:noFill/>
          <a:ln>
            <a:noFill/>
          </a:ln>
        </p:spPr>
        <p:txBody>
          <a:bodyPr wrap="square" lIns="0" tIns="0" rIns="0" bIns="0" anchor="ctr"/>
          <a:lstStyle/>
          <a:p>
            <a:pPr algn="l"/>
            <a:r>
              <a:rPr lang="en-US" sz="1000" b="1">
                <a:solidFill>
                  <a:srgbClr val="25B7A5"/>
                </a:solidFill>
                <a:latin typeface="Aptos"/>
              </a:rPr>
              <a:t>INCREMENTAL</a:t>
            </a:r>
            <a:endParaRPr lang="en-US" sz="1000"/>
          </a:p>
        </p:txBody>
      </p:sp>
      <p:sp>
        <p:nvSpPr>
          <p:cNvPr id="33" name="Text 33"/>
          <p:cNvSpPr/>
          <p:nvPr/>
        </p:nvSpPr>
        <p:spPr>
          <a:xfrm>
            <a:off x="36484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Augmentative</a:t>
            </a:r>
            <a:endParaRPr lang="en-US" sz="1700"/>
          </a:p>
        </p:txBody>
      </p:sp>
      <p:sp>
        <p:nvSpPr>
          <p:cNvPr id="34" name="Text 34"/>
          <p:cNvSpPr/>
          <p:nvPr/>
        </p:nvSpPr>
        <p:spPr>
          <a:xfrm>
            <a:off x="36484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 product is delivered to functional departments.</a:t>
            </a:r>
            <a:endParaRPr lang="en-US" sz="1400"/>
          </a:p>
        </p:txBody>
      </p:sp>
      <p:sp>
        <p:nvSpPr>
          <p:cNvPr id="40" name="Box 40"/>
          <p:cNvSpPr/>
          <p:nvPr/>
        </p:nvSpPr>
        <p:spPr>
          <a:xfrm>
            <a:off x="6172200" y="1572768"/>
            <a:ext cx="2560320" cy="3611880"/>
          </a:xfrm>
          <a:prstGeom prst="roundRect">
            <a:avLst/>
          </a:prstGeom>
          <a:solidFill>
            <a:srgbClr val="FFFFFF"/>
          </a:solidFill>
          <a:ln w="12700">
            <a:solidFill>
              <a:srgbClr val="E2E7EE"/>
            </a:solidFill>
          </a:ln>
        </p:spPr>
      </p:sp>
      <p:sp>
        <p:nvSpPr>
          <p:cNvPr id="42" name="Text 42"/>
          <p:cNvSpPr/>
          <p:nvPr/>
        </p:nvSpPr>
        <p:spPr>
          <a:xfrm>
            <a:off x="6391656" y="1719072"/>
            <a:ext cx="2157984" cy="228600"/>
          </a:xfrm>
          <a:prstGeom prst="rect">
            <a:avLst/>
          </a:prstGeom>
          <a:noFill/>
          <a:ln>
            <a:noFill/>
          </a:ln>
        </p:spPr>
        <p:txBody>
          <a:bodyPr wrap="square" lIns="0" tIns="0" rIns="0" bIns="0" anchor="ctr"/>
          <a:lstStyle/>
          <a:p>
            <a:pPr algn="l"/>
            <a:r>
              <a:rPr lang="en-US" sz="1000" b="1">
                <a:solidFill>
                  <a:srgbClr val="F6B44C"/>
                </a:solidFill>
                <a:latin typeface="Aptos"/>
              </a:rPr>
              <a:t>ITERATIVE</a:t>
            </a:r>
            <a:endParaRPr lang="en-US" sz="1000"/>
          </a:p>
        </p:txBody>
      </p:sp>
      <p:sp>
        <p:nvSpPr>
          <p:cNvPr id="43" name="Text 43"/>
          <p:cNvSpPr/>
          <p:nvPr/>
        </p:nvSpPr>
        <p:spPr>
          <a:xfrm>
            <a:off x="63916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Repetitive</a:t>
            </a:r>
            <a:endParaRPr lang="en-US" sz="1700"/>
          </a:p>
        </p:txBody>
      </p:sp>
      <p:sp>
        <p:nvSpPr>
          <p:cNvPr id="44" name="Text 44"/>
          <p:cNvSpPr/>
          <p:nvPr/>
        </p:nvSpPr>
        <p:spPr>
          <a:xfrm>
            <a:off x="63916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The solution is improved through successive cycles.</a:t>
            </a:r>
            <a:endParaRPr lang="en-US" sz="1400"/>
          </a:p>
        </p:txBody>
      </p:sp>
      <p:sp>
        <p:nvSpPr>
          <p:cNvPr id="50" name="Box 50"/>
          <p:cNvSpPr/>
          <p:nvPr/>
        </p:nvSpPr>
        <p:spPr>
          <a:xfrm>
            <a:off x="8915400" y="1572768"/>
            <a:ext cx="2560320" cy="3611880"/>
          </a:xfrm>
          <a:prstGeom prst="roundRect">
            <a:avLst/>
          </a:prstGeom>
          <a:solidFill>
            <a:srgbClr val="FFFFFF"/>
          </a:solidFill>
          <a:ln w="12700">
            <a:solidFill>
              <a:srgbClr val="E2E7EE"/>
            </a:solidFill>
          </a:ln>
        </p:spPr>
      </p:sp>
      <p:sp>
        <p:nvSpPr>
          <p:cNvPr id="52" name="Text 52"/>
          <p:cNvSpPr/>
          <p:nvPr/>
        </p:nvSpPr>
        <p:spPr>
          <a:xfrm>
            <a:off x="9134856" y="1719072"/>
            <a:ext cx="2157984" cy="228600"/>
          </a:xfrm>
          <a:prstGeom prst="rect">
            <a:avLst/>
          </a:prstGeom>
          <a:noFill/>
          <a:ln>
            <a:noFill/>
          </a:ln>
        </p:spPr>
        <p:txBody>
          <a:bodyPr wrap="square" lIns="0" tIns="0" rIns="0" bIns="0" anchor="ctr"/>
          <a:lstStyle/>
          <a:p>
            <a:r>
              <a:rPr lang="en-US" sz="1000" b="1" dirty="0">
                <a:solidFill>
                  <a:srgbClr val="D06B4F"/>
                </a:solidFill>
                <a:latin typeface="Aptos"/>
              </a:rPr>
              <a:t>AGILE  / SPIRAL</a:t>
            </a:r>
            <a:endParaRPr lang="en-US" sz="1000" dirty="0"/>
          </a:p>
        </p:txBody>
      </p:sp>
      <p:sp>
        <p:nvSpPr>
          <p:cNvPr id="53" name="Text 53"/>
          <p:cNvSpPr/>
          <p:nvPr/>
        </p:nvSpPr>
        <p:spPr>
          <a:xfrm>
            <a:off x="9134856" y="2029968"/>
            <a:ext cx="2157984" cy="384048"/>
          </a:xfrm>
          <a:prstGeom prst="rect">
            <a:avLst/>
          </a:prstGeom>
          <a:noFill/>
          <a:ln>
            <a:noFill/>
          </a:ln>
        </p:spPr>
        <p:txBody>
          <a:bodyPr wrap="square" lIns="0" tIns="0" rIns="0" bIns="0" anchor="ctr"/>
          <a:lstStyle/>
          <a:p>
            <a:pPr algn="l"/>
            <a:r>
              <a:rPr lang="en-US" sz="1700" b="1">
                <a:solidFill>
                  <a:srgbClr val="172033"/>
                </a:solidFill>
                <a:latin typeface="Aptos"/>
              </a:rPr>
              <a:t>Risk- or feedback-driven</a:t>
            </a:r>
            <a:endParaRPr lang="en-US" sz="1700"/>
          </a:p>
        </p:txBody>
      </p:sp>
      <p:sp>
        <p:nvSpPr>
          <p:cNvPr id="54" name="Text 54"/>
          <p:cNvSpPr/>
          <p:nvPr/>
        </p:nvSpPr>
        <p:spPr>
          <a:xfrm>
            <a:off x="9134856" y="2468880"/>
            <a:ext cx="2157984" cy="2587752"/>
          </a:xfrm>
          <a:prstGeom prst="rect">
            <a:avLst/>
          </a:prstGeom>
          <a:noFill/>
          <a:ln>
            <a:noFill/>
          </a:ln>
        </p:spPr>
        <p:txBody>
          <a:bodyPr wrap="square" lIns="0" tIns="0" rIns="0" bIns="0" anchor="ctr"/>
          <a:lstStyle/>
          <a:p>
            <a:pPr algn="l"/>
            <a:r>
              <a:rPr lang="en-US" sz="1400">
                <a:solidFill>
                  <a:srgbClr val="536174"/>
                </a:solidFill>
                <a:latin typeface="Aptos"/>
              </a:rPr>
              <a:t>Next actions are determined by risk, learning, and value.</a:t>
            </a:r>
            <a:endParaRPr lang="en-US" sz="1400"/>
          </a:p>
        </p:txBody>
      </p:sp>
      <p:sp>
        <p:nvSpPr>
          <p:cNvPr id="60" name="Text 60"/>
          <p:cNvSpPr/>
          <p:nvPr/>
        </p:nvSpPr>
        <p:spPr>
          <a:xfrm>
            <a:off x="914400" y="5577840"/>
            <a:ext cx="10332720" cy="320040"/>
          </a:xfrm>
          <a:prstGeom prst="rect">
            <a:avLst/>
          </a:prstGeom>
          <a:noFill/>
          <a:ln>
            <a:noFill/>
          </a:ln>
        </p:spPr>
        <p:txBody>
          <a:bodyPr wrap="square" lIns="0" tIns="0" rIns="0" bIns="0" anchor="ctr"/>
          <a:lstStyle/>
          <a:p>
            <a:pPr algn="l"/>
            <a:r>
              <a:rPr lang="en-US" sz="1500" b="1">
                <a:solidFill>
                  <a:srgbClr val="172033"/>
                </a:solidFill>
                <a:latin typeface="Aptos"/>
              </a:rPr>
              <a:t>The models organize the same activities in different order and frequency.</a:t>
            </a:r>
            <a:endParaRPr lang="en-US" sz="1500"/>
          </a:p>
        </p:txBody>
      </p:sp>
      <p:sp>
        <p:nvSpPr>
          <p:cNvPr id="900" name="Text 900"/>
          <p:cNvSpPr/>
          <p:nvPr/>
        </p:nvSpPr>
        <p:spPr>
          <a:xfrm>
            <a:off x="502920" y="6510528"/>
            <a:ext cx="6858000" cy="182880"/>
          </a:xfrm>
          <a:prstGeom prst="rect">
            <a:avLst/>
          </a:prstGeom>
          <a:noFill/>
          <a:ln>
            <a:noFill/>
          </a:ln>
        </p:spPr>
        <p:txBody>
          <a:bodyPr wrap="square" lIns="0" tIns="0" rIns="0" bIns="0" anchor="ctr"/>
          <a:lstStyle/>
          <a:p>
            <a:pPr algn="l"/>
            <a:r>
              <a:rPr lang="en-US" sz="900">
                <a:solidFill>
                  <a:srgbClr val="7A8699"/>
                </a:solidFill>
                <a:latin typeface="Aptos"/>
              </a:rPr>
              <a:t>Software Technology • Ionian University</a:t>
            </a:r>
            <a:endParaRPr lang="en-US" sz="900"/>
          </a:p>
        </p:txBody>
      </p:sp>
      <p:sp>
        <p:nvSpPr>
          <p:cNvPr id="902" name="Text 902"/>
          <p:cNvSpPr/>
          <p:nvPr/>
        </p:nvSpPr>
        <p:spPr>
          <a:xfrm>
            <a:off x="11064240" y="6492240"/>
            <a:ext cx="502920" cy="201168"/>
          </a:xfrm>
          <a:prstGeom prst="rect">
            <a:avLst/>
          </a:prstGeom>
          <a:noFill/>
          <a:ln>
            <a:noFill/>
          </a:ln>
        </p:spPr>
        <p:txBody>
          <a:bodyPr wrap="square" lIns="0" tIns="0" rIns="0" bIns="0" anchor="ctr"/>
          <a:lstStyle/>
          <a:p>
            <a:pPr algn="r"/>
            <a:r>
              <a:rPr lang="en-US" sz="900" b="1">
                <a:solidFill>
                  <a:srgbClr val="7A8699"/>
                </a:solidFill>
                <a:latin typeface="Aptos"/>
              </a:rPr>
              <a:t>12</a:t>
            </a:r>
            <a:endParaRPr lang="en-US" sz="9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5"/>
          <p:cNvSpPr/>
          <p:nvPr/>
        </p:nvSpPr>
        <p:spPr>
          <a:xfrm>
            <a:off x="502920" y="438912"/>
            <a:ext cx="11064240" cy="749808"/>
          </a:xfrm>
          <a:prstGeom prst="rect">
            <a:avLst/>
          </a:prstGeom>
          <a:noFill/>
          <a:ln>
            <a:noFill/>
          </a:ln>
        </p:spPr>
        <p:txBody>
          <a:bodyPr wrap="square" lIns="0" tIns="0" rIns="0" bIns="0" anchor="ctr"/>
          <a:lstStyle/>
          <a:p>
            <a:pPr algn="l"/>
            <a:r>
              <a:rPr lang="en-US" sz="2800" b="1" dirty="0">
                <a:solidFill>
                  <a:srgbClr val="172033"/>
                </a:solidFill>
                <a:latin typeface="Aptos"/>
              </a:rPr>
              <a:t>The model</a:t>
            </a:r>
            <a:r>
              <a:rPr lang="en-US" sz="2800" b="1" dirty="0" err="1">
                <a:solidFill>
                  <a:srgbClr val="172033"/>
                </a:solidFill>
                <a:latin typeface="Aptos"/>
              </a:rPr>
              <a:t> Waterfall</a:t>
            </a:r>
            <a:endParaRPr lang="en-US" sz="2800" dirty="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777240" y="1600200"/>
            <a:ext cx="1920240" cy="640080"/>
          </a:xfrm>
          <a:prstGeom prst="roundRect">
            <a:avLst/>
          </a:prstGeom>
          <a:solidFill>
            <a:srgbClr val="EEF1FF"/>
          </a:solidFill>
          <a:ln w="12700">
            <a:solidFill>
              <a:srgbClr val="CCD5FF"/>
            </a:solidFill>
          </a:ln>
        </p:spPr>
      </p:sp>
      <p:sp>
        <p:nvSpPr>
          <p:cNvPr id="21" name="Text 21"/>
          <p:cNvSpPr/>
          <p:nvPr/>
        </p:nvSpPr>
        <p:spPr>
          <a:xfrm>
            <a:off x="1005840" y="1783080"/>
            <a:ext cx="1463040" cy="274320"/>
          </a:xfrm>
          <a:prstGeom prst="rect">
            <a:avLst/>
          </a:prstGeom>
          <a:noFill/>
          <a:ln>
            <a:noFill/>
          </a:ln>
        </p:spPr>
        <p:txBody>
          <a:bodyPr wrap="square" lIns="0" tIns="0" rIns="0" bIns="0" anchor="ctr"/>
          <a:lstStyle/>
          <a:p>
            <a:pPr algn="l"/>
            <a:r>
              <a:rPr lang="en-US" sz="1400" b="1">
                <a:solidFill>
                  <a:srgbClr val="3D58C8"/>
                </a:solidFill>
                <a:latin typeface="Aptos"/>
              </a:rPr>
              <a:t>REQUIREMENTS</a:t>
            </a:r>
            <a:endParaRPr lang="en-US" sz="1400"/>
          </a:p>
        </p:txBody>
      </p:sp>
      <p:cxnSp>
        <p:nvCxnSpPr>
          <p:cNvPr id="22" name="Line 22"/>
          <p:cNvCxnSpPr/>
          <p:nvPr/>
        </p:nvCxnSpPr>
        <p:spPr>
          <a:xfrm>
            <a:off x="2423160" y="2267712"/>
            <a:ext cx="777240" cy="438912"/>
          </a:xfrm>
          <a:prstGeom prst="line">
            <a:avLst/>
          </a:prstGeom>
          <a:ln w="38100">
            <a:solidFill>
              <a:srgbClr val="AAB4C3"/>
            </a:solidFill>
            <a:tailEnd type="triangle"/>
          </a:ln>
        </p:spPr>
      </p:cxnSp>
      <p:sp>
        <p:nvSpPr>
          <p:cNvPr id="30" name="Box 30"/>
          <p:cNvSpPr/>
          <p:nvPr/>
        </p:nvSpPr>
        <p:spPr>
          <a:xfrm>
            <a:off x="2331720" y="2514600"/>
            <a:ext cx="1920240" cy="640080"/>
          </a:xfrm>
          <a:prstGeom prst="roundRect">
            <a:avLst/>
          </a:prstGeom>
          <a:solidFill>
            <a:srgbClr val="EAF7F5"/>
          </a:solidFill>
          <a:ln w="12700">
            <a:solidFill>
              <a:srgbClr val="BFEAE4"/>
            </a:solidFill>
          </a:ln>
        </p:spPr>
      </p:sp>
      <p:sp>
        <p:nvSpPr>
          <p:cNvPr id="31" name="Text 31"/>
          <p:cNvSpPr/>
          <p:nvPr/>
        </p:nvSpPr>
        <p:spPr>
          <a:xfrm>
            <a:off x="2560320" y="2697480"/>
            <a:ext cx="1463040" cy="274320"/>
          </a:xfrm>
          <a:prstGeom prst="rect">
            <a:avLst/>
          </a:prstGeom>
          <a:noFill/>
          <a:ln>
            <a:noFill/>
          </a:ln>
        </p:spPr>
        <p:txBody>
          <a:bodyPr wrap="square" lIns="0" tIns="0" rIns="0" bIns="0" anchor="ctr"/>
          <a:lstStyle/>
          <a:p>
            <a:pPr algn="l"/>
            <a:r>
              <a:rPr lang="en-US" sz="1400" b="1">
                <a:solidFill>
                  <a:srgbClr val="176F65"/>
                </a:solidFill>
                <a:latin typeface="Aptos"/>
              </a:rPr>
              <a:t>PLANNING</a:t>
            </a:r>
            <a:endParaRPr lang="en-US" sz="1400"/>
          </a:p>
        </p:txBody>
      </p:sp>
      <p:cxnSp>
        <p:nvCxnSpPr>
          <p:cNvPr id="32" name="Line 32"/>
          <p:cNvCxnSpPr/>
          <p:nvPr/>
        </p:nvCxnSpPr>
        <p:spPr>
          <a:xfrm>
            <a:off x="3977640" y="3182112"/>
            <a:ext cx="777240" cy="438912"/>
          </a:xfrm>
          <a:prstGeom prst="line">
            <a:avLst/>
          </a:prstGeom>
          <a:ln w="38100">
            <a:solidFill>
              <a:srgbClr val="AAB4C3"/>
            </a:solidFill>
            <a:tailEnd type="triangle"/>
          </a:ln>
        </p:spPr>
      </p:cxnSp>
      <p:sp>
        <p:nvSpPr>
          <p:cNvPr id="40" name="Box 40"/>
          <p:cNvSpPr/>
          <p:nvPr/>
        </p:nvSpPr>
        <p:spPr>
          <a:xfrm>
            <a:off x="3886200" y="3429000"/>
            <a:ext cx="1920240" cy="640080"/>
          </a:xfrm>
          <a:prstGeom prst="roundRect">
            <a:avLst/>
          </a:prstGeom>
          <a:solidFill>
            <a:srgbClr val="FFF5E5"/>
          </a:solidFill>
          <a:ln w="12700">
            <a:solidFill>
              <a:srgbClr val="F8D99D"/>
            </a:solidFill>
          </a:ln>
        </p:spPr>
      </p:sp>
      <p:sp>
        <p:nvSpPr>
          <p:cNvPr id="41" name="Text 41"/>
          <p:cNvSpPr/>
          <p:nvPr/>
        </p:nvSpPr>
        <p:spPr>
          <a:xfrm>
            <a:off x="4114800" y="3611880"/>
            <a:ext cx="1463040" cy="274320"/>
          </a:xfrm>
          <a:prstGeom prst="rect">
            <a:avLst/>
          </a:prstGeom>
          <a:noFill/>
          <a:ln>
            <a:noFill/>
          </a:ln>
        </p:spPr>
        <p:txBody>
          <a:bodyPr wrap="square" lIns="0" tIns="0" rIns="0" bIns="0" anchor="ctr"/>
          <a:lstStyle/>
          <a:p>
            <a:pPr algn="l"/>
            <a:r>
              <a:rPr lang="en-US" sz="1400" b="1">
                <a:solidFill>
                  <a:srgbClr val="8A5A12"/>
                </a:solidFill>
                <a:latin typeface="Aptos"/>
              </a:rPr>
              <a:t>IMPLEMENTATION</a:t>
            </a:r>
            <a:endParaRPr lang="en-US" sz="1400"/>
          </a:p>
        </p:txBody>
      </p:sp>
      <p:cxnSp>
        <p:nvCxnSpPr>
          <p:cNvPr id="42" name="Line 42"/>
          <p:cNvCxnSpPr/>
          <p:nvPr/>
        </p:nvCxnSpPr>
        <p:spPr>
          <a:xfrm>
            <a:off x="5532120" y="4096512"/>
            <a:ext cx="777240" cy="438912"/>
          </a:xfrm>
          <a:prstGeom prst="line">
            <a:avLst/>
          </a:prstGeom>
          <a:ln w="38100">
            <a:solidFill>
              <a:srgbClr val="AAB4C3"/>
            </a:solidFill>
            <a:tailEnd type="triangle"/>
          </a:ln>
        </p:spPr>
      </p:cxnSp>
      <p:sp>
        <p:nvSpPr>
          <p:cNvPr id="50" name="Box 50"/>
          <p:cNvSpPr/>
          <p:nvPr/>
        </p:nvSpPr>
        <p:spPr>
          <a:xfrm>
            <a:off x="5440680" y="4343400"/>
            <a:ext cx="1920240" cy="640080"/>
          </a:xfrm>
          <a:prstGeom prst="roundRect">
            <a:avLst/>
          </a:prstGeom>
          <a:solidFill>
            <a:srgbClr val="FFF0ED"/>
          </a:solidFill>
          <a:ln w="12700">
            <a:solidFill>
              <a:srgbClr val="F0BEB2"/>
            </a:solidFill>
          </a:ln>
        </p:spPr>
      </p:sp>
      <p:sp>
        <p:nvSpPr>
          <p:cNvPr id="51" name="Text 51"/>
          <p:cNvSpPr/>
          <p:nvPr/>
        </p:nvSpPr>
        <p:spPr>
          <a:xfrm>
            <a:off x="5669280" y="4526280"/>
            <a:ext cx="1463040" cy="274320"/>
          </a:xfrm>
          <a:prstGeom prst="rect">
            <a:avLst/>
          </a:prstGeom>
          <a:noFill/>
          <a:ln>
            <a:noFill/>
          </a:ln>
        </p:spPr>
        <p:txBody>
          <a:bodyPr wrap="square" lIns="0" tIns="0" rIns="0" bIns="0" anchor="ctr"/>
          <a:lstStyle/>
          <a:p>
            <a:pPr algn="l"/>
            <a:r>
              <a:rPr lang="en-US" sz="1400" b="1">
                <a:solidFill>
                  <a:srgbClr val="9A3E2A"/>
                </a:solidFill>
                <a:latin typeface="Aptos"/>
              </a:rPr>
              <a:t>TESTS</a:t>
            </a:r>
            <a:endParaRPr lang="en-US" sz="1400"/>
          </a:p>
        </p:txBody>
      </p:sp>
      <p:cxnSp>
        <p:nvCxnSpPr>
          <p:cNvPr id="52" name="Line 52"/>
          <p:cNvCxnSpPr/>
          <p:nvPr/>
        </p:nvCxnSpPr>
        <p:spPr>
          <a:xfrm>
            <a:off x="7086600" y="5010912"/>
            <a:ext cx="777240" cy="438912"/>
          </a:xfrm>
          <a:prstGeom prst="line">
            <a:avLst/>
          </a:prstGeom>
          <a:ln w="38100">
            <a:solidFill>
              <a:srgbClr val="AAB4C3"/>
            </a:solidFill>
            <a:tailEnd type="triangle"/>
          </a:ln>
        </p:spPr>
      </p:cxnSp>
      <p:sp>
        <p:nvSpPr>
          <p:cNvPr id="60" name="Box 60"/>
          <p:cNvSpPr/>
          <p:nvPr/>
        </p:nvSpPr>
        <p:spPr>
          <a:xfrm>
            <a:off x="6995160" y="5257800"/>
            <a:ext cx="1920240" cy="640080"/>
          </a:xfrm>
          <a:prstGeom prst="roundRect">
            <a:avLst/>
          </a:prstGeom>
          <a:solidFill>
            <a:srgbClr val="F0ECFA"/>
          </a:solidFill>
          <a:ln w="12700">
            <a:solidFill>
              <a:srgbClr val="D8CDEF"/>
            </a:solidFill>
          </a:ln>
        </p:spPr>
      </p:sp>
      <p:sp>
        <p:nvSpPr>
          <p:cNvPr id="61" name="Text 61"/>
          <p:cNvSpPr/>
          <p:nvPr/>
        </p:nvSpPr>
        <p:spPr>
          <a:xfrm>
            <a:off x="7223760" y="5440680"/>
            <a:ext cx="1463040" cy="274320"/>
          </a:xfrm>
          <a:prstGeom prst="rect">
            <a:avLst/>
          </a:prstGeom>
          <a:noFill/>
          <a:ln>
            <a:noFill/>
          </a:ln>
        </p:spPr>
        <p:txBody>
          <a:bodyPr wrap="square" lIns="0" tIns="0" rIns="0" bIns="0" anchor="ctr"/>
          <a:lstStyle/>
          <a:p>
            <a:pPr algn="l"/>
            <a:r>
              <a:rPr lang="en-US" sz="1400" b="1" dirty="0">
                <a:solidFill>
                  <a:srgbClr val="62469A"/>
                </a:solidFill>
                <a:latin typeface="Aptos"/>
              </a:rPr>
              <a:t>RELEASE</a:t>
            </a:r>
            <a:endParaRPr lang="en-US" sz="1400" dirty="0"/>
          </a:p>
        </p:txBody>
      </p:sp>
      <p:sp>
        <p:nvSpPr>
          <p:cNvPr id="70" name="Box 70"/>
          <p:cNvSpPr/>
          <p:nvPr/>
        </p:nvSpPr>
        <p:spPr>
          <a:xfrm>
            <a:off x="6834692" y="1357884"/>
            <a:ext cx="2743200" cy="2743199"/>
          </a:xfrm>
          <a:prstGeom prst="roundRect">
            <a:avLst/>
          </a:prstGeom>
          <a:solidFill>
            <a:srgbClr val="FFFFFF"/>
          </a:solidFill>
          <a:ln w="12700">
            <a:solidFill>
              <a:srgbClr val="E2E7EE"/>
            </a:solidFill>
          </a:ln>
        </p:spPr>
      </p:sp>
      <p:sp>
        <p:nvSpPr>
          <p:cNvPr id="73" name="Text 73"/>
          <p:cNvSpPr/>
          <p:nvPr/>
        </p:nvSpPr>
        <p:spPr>
          <a:xfrm>
            <a:off x="7054148" y="1508760"/>
            <a:ext cx="2340864" cy="384048"/>
          </a:xfrm>
          <a:prstGeom prst="rect">
            <a:avLst/>
          </a:prstGeom>
          <a:noFill/>
          <a:ln>
            <a:noFill/>
          </a:ln>
        </p:spPr>
        <p:txBody>
          <a:bodyPr wrap="square" lIns="0" tIns="0" rIns="0" bIns="0" anchor="ctr"/>
          <a:lstStyle/>
          <a:p>
            <a:pPr algn="l"/>
            <a:r>
              <a:rPr lang="en-US" sz="1700" b="1" dirty="0">
                <a:solidFill>
                  <a:srgbClr val="172033"/>
                </a:solidFill>
                <a:latin typeface="Aptos"/>
              </a:rPr>
              <a:t>Main features</a:t>
            </a:r>
            <a:endParaRPr lang="en-US" sz="1700" dirty="0"/>
          </a:p>
        </p:txBody>
      </p:sp>
      <p:sp>
        <p:nvSpPr>
          <p:cNvPr id="74" name="Text 74"/>
          <p:cNvSpPr/>
          <p:nvPr/>
        </p:nvSpPr>
        <p:spPr>
          <a:xfrm>
            <a:off x="7054148" y="1970532"/>
            <a:ext cx="2340864" cy="1847088"/>
          </a:xfrm>
          <a:prstGeom prst="rect">
            <a:avLst/>
          </a:prstGeom>
          <a:noFill/>
          <a:ln>
            <a:noFill/>
          </a:ln>
        </p:spPr>
        <p:txBody>
          <a:bodyPr wrap="square" lIns="0" tIns="0" rIns="0" bIns="0" anchor="ctr"/>
          <a:lstStyle/>
          <a:p>
            <a:pPr algn="l"/>
            <a:r>
              <a:rPr lang="en-US" sz="1400" dirty="0">
                <a:solidFill>
                  <a:srgbClr val="536174"/>
                </a:solidFill>
                <a:latin typeface="Aptos"/>
              </a:rPr>
              <a:t>Each phase produces deliverables and is completed before the next.</a:t>
            </a:r>
          </a:p>
          <a:p>
            <a:pPr algn="l"/>
            <a:endParaRPr lang="en-US" sz="1400" dirty="0"/>
          </a:p>
          <a:p>
            <a:pPr algn="l"/>
            <a:r>
              <a:rPr lang="en-US" sz="1400" dirty="0">
                <a:solidFill>
                  <a:srgbClr val="536174"/>
                </a:solidFill>
                <a:latin typeface="Aptos"/>
              </a:rPr>
              <a:t>Return is possible but usually expensive.</a:t>
            </a:r>
            <a:endParaRPr lang="en-US" sz="1400" dirty="0"/>
          </a:p>
        </p:txBody>
      </p:sp>
      <p:sp>
        <p:nvSpPr>
          <p:cNvPr id="900" name="Text 900"/>
          <p:cNvSpPr/>
          <p:nvPr/>
        </p:nvSpPr>
        <p:spPr>
          <a:xfrm>
            <a:off x="502920" y="6510528"/>
            <a:ext cx="6858000" cy="182880"/>
          </a:xfrm>
          <a:prstGeom prst="rect">
            <a:avLst/>
          </a:prstGeom>
          <a:noFill/>
          <a:ln>
            <a:noFill/>
          </a:ln>
        </p:spPr>
        <p:txBody>
          <a:bodyPr wrap="square" lIns="0" tIns="0" rIns="0" bIns="0" anchor="ctr"/>
          <a:lstStyle/>
          <a:p>
            <a:pPr algn="l"/>
            <a:r>
              <a:rPr lang="en-US" sz="900">
                <a:solidFill>
                  <a:srgbClr val="7A8699"/>
                </a:solidFill>
                <a:latin typeface="Aptos"/>
              </a:rPr>
              <a:t>Software Technology • Ionian University</a:t>
            </a:r>
            <a:endParaRPr lang="en-US" sz="900"/>
          </a:p>
        </p:txBody>
      </p:sp>
      <p:sp>
        <p:nvSpPr>
          <p:cNvPr id="902" name="Text 902"/>
          <p:cNvSpPr/>
          <p:nvPr/>
        </p:nvSpPr>
        <p:spPr>
          <a:xfrm>
            <a:off x="11064240" y="6492240"/>
            <a:ext cx="502920" cy="201168"/>
          </a:xfrm>
          <a:prstGeom prst="rect">
            <a:avLst/>
          </a:prstGeom>
          <a:noFill/>
          <a:ln>
            <a:noFill/>
          </a:ln>
        </p:spPr>
        <p:txBody>
          <a:bodyPr wrap="square" lIns="0" tIns="0" rIns="0" bIns="0" anchor="ctr"/>
          <a:lstStyle/>
          <a:p>
            <a:pPr algn="r"/>
            <a:r>
              <a:rPr lang="en-US" sz="900" b="1">
                <a:solidFill>
                  <a:srgbClr val="7A8699"/>
                </a:solidFill>
                <a:latin typeface="Aptos"/>
              </a:rPr>
              <a:t>13</a:t>
            </a:r>
            <a:endParaRPr lang="en-US" sz="9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A4CAC1B-29D2-1560-2D1E-EC91B50307F3}"/>
              </a:ext>
            </a:extLst>
          </p:cNvPr>
          <p:cNvSpPr>
            <a:spLocks noGrp="1"/>
          </p:cNvSpPr>
          <p:nvPr>
            <p:ph type="title"/>
          </p:nvPr>
        </p:nvSpPr>
        <p:spPr/>
        <p:txBody>
          <a:bodyPr/>
          <a:lstStyle/>
          <a:p>
            <a:r>
              <a:rPr lang="en-US" b="1" dirty="0" err="1">
                <a:solidFill>
                  <a:srgbClr val="172033"/>
                </a:solidFill>
                <a:latin typeface="Aptos"/>
              </a:rPr>
              <a:t>Waterfallmodel</a:t>
            </a:r>
            <a:br>
              <a:rPr lang="en-US" dirty="0"/>
            </a:br>
            <a:endParaRPr lang="en-US" dirty="0"/>
          </a:p>
        </p:txBody>
      </p:sp>
      <p:sp>
        <p:nvSpPr>
          <p:cNvPr id="3" name="Θέση περιεχομένου 2">
            <a:extLst>
              <a:ext uri="{FF2B5EF4-FFF2-40B4-BE49-F238E27FC236}">
                <a16:creationId xmlns:a16="http://schemas.microsoft.com/office/drawing/2014/main" id="{56497AB0-5D95-7EBA-4CCE-7DE544CE7AE4}"/>
              </a:ext>
            </a:extLst>
          </p:cNvPr>
          <p:cNvSpPr>
            <a:spLocks noGrp="1"/>
          </p:cNvSpPr>
          <p:nvPr>
            <p:ph idx="1"/>
          </p:nvPr>
        </p:nvSpPr>
        <p:spPr>
          <a:xfrm>
            <a:off x="677334" y="2160589"/>
            <a:ext cx="4145678" cy="3880773"/>
          </a:xfrm>
        </p:spPr>
        <p:txBody>
          <a:bodyPr>
            <a:normAutofit fontScale="92500" lnSpcReduction="20000"/>
          </a:bodyPr>
          <a:lstStyle/>
          <a:p>
            <a:pPr algn="just">
              <a:lnSpc>
                <a:spcPct val="110000"/>
              </a:lnSpc>
              <a:spcAft>
                <a:spcPts val="1200"/>
              </a:spcAft>
            </a:pPr>
            <a:r>
              <a:rPr lang="en-US" dirty="0"/>
              <a:t>Sequential software development process =&gt; progress flows downward through discrete phases, like a waterfall.</a:t>
            </a:r>
          </a:p>
          <a:p>
            <a:pPr algn="just">
              <a:lnSpc>
                <a:spcPct val="110000"/>
              </a:lnSpc>
              <a:spcAft>
                <a:spcPts val="1200"/>
              </a:spcAft>
            </a:pPr>
            <a:r>
              <a:rPr lang="en-US" dirty="0"/>
              <a:t>It is one of the first software development methodologies and it is based on a linear and rigid approach.</a:t>
            </a:r>
          </a:p>
          <a:p>
            <a:pPr algn="just">
              <a:lnSpc>
                <a:spcPct val="110000"/>
              </a:lnSpc>
              <a:spcAft>
                <a:spcPts val="1200"/>
              </a:spcAft>
            </a:pPr>
            <a:r>
              <a:rPr lang="en-US" dirty="0"/>
              <a:t>The Waterfall model is particularly suitable for projects with clearly defined requirements and little chance of change during development.</a:t>
            </a:r>
          </a:p>
          <a:p>
            <a:endParaRPr lang="en-US" dirty="0"/>
          </a:p>
        </p:txBody>
      </p:sp>
      <p:pic>
        <p:nvPicPr>
          <p:cNvPr id="4" name="Εικόνα 3" descr="Waterfall Web Development for Structured, Reliable Projects by Websparks">
            <a:extLst>
              <a:ext uri="{FF2B5EF4-FFF2-40B4-BE49-F238E27FC236}">
                <a16:creationId xmlns:a16="http://schemas.microsoft.com/office/drawing/2014/main" id="{A961ED22-CFD3-2A5F-FD2F-517E0F7BF2EB}"/>
              </a:ext>
            </a:extLst>
          </p:cNvPr>
          <p:cNvPicPr>
            <a:picLocks noChangeAspect="1"/>
          </p:cNvPicPr>
          <p:nvPr/>
        </p:nvPicPr>
        <p:blipFill>
          <a:blip r:embed="rId2"/>
          <a:stretch>
            <a:fillRect/>
          </a:stretch>
        </p:blipFill>
        <p:spPr>
          <a:xfrm>
            <a:off x="5570508" y="1698536"/>
            <a:ext cx="4807197" cy="3460928"/>
          </a:xfrm>
          <a:prstGeom prst="rect">
            <a:avLst/>
          </a:prstGeom>
        </p:spPr>
      </p:pic>
    </p:spTree>
    <p:extLst>
      <p:ext uri="{BB962C8B-B14F-4D97-AF65-F5344CB8AC3E}">
        <p14:creationId xmlns:p14="http://schemas.microsoft.com/office/powerpoint/2010/main" val="903011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83FF979-0448-0AC9-38CE-C6C7D623D95A}"/>
              </a:ext>
            </a:extLst>
          </p:cNvPr>
          <p:cNvSpPr>
            <a:spLocks noGrp="1"/>
          </p:cNvSpPr>
          <p:nvPr>
            <p:ph type="title"/>
          </p:nvPr>
        </p:nvSpPr>
        <p:spPr/>
        <p:txBody>
          <a:bodyPr/>
          <a:lstStyle/>
          <a:p>
            <a:r>
              <a:rPr lang="en-US" dirty="0"/>
              <a:t>The main phases of the Waterfall Model include:</a:t>
            </a:r>
          </a:p>
        </p:txBody>
      </p:sp>
      <p:sp>
        <p:nvSpPr>
          <p:cNvPr id="3" name="Θέση περιεχομένου 2">
            <a:extLst>
              <a:ext uri="{FF2B5EF4-FFF2-40B4-BE49-F238E27FC236}">
                <a16:creationId xmlns:a16="http://schemas.microsoft.com/office/drawing/2014/main" id="{B6192A6E-E4A8-82E8-10E1-93C4C4EECD16}"/>
              </a:ext>
            </a:extLst>
          </p:cNvPr>
          <p:cNvSpPr>
            <a:spLocks noGrp="1"/>
          </p:cNvSpPr>
          <p:nvPr>
            <p:ph idx="1"/>
          </p:nvPr>
        </p:nvSpPr>
        <p:spPr/>
        <p:txBody>
          <a:bodyPr>
            <a:normAutofit/>
          </a:bodyPr>
          <a:lstStyle/>
          <a:p>
            <a:r>
              <a:rPr lang="en-US" dirty="0"/>
              <a:t>Requirements Analysis: In this phase, the project team gathers and documents the functional and non-functional requirements of the software. This results in a detailed requirements document, which serves as the basis for the subsequent phases.</a:t>
            </a:r>
          </a:p>
          <a:p>
            <a:r>
              <a:rPr lang="en-US" dirty="0"/>
              <a:t>System design: Based on the requirements, the system architecture, components and</a:t>
            </a:r>
            <a:r>
              <a:rPr lang="en-US" dirty="0" err="1"/>
              <a:t> Interfaces</a:t>
            </a:r>
            <a:r>
              <a:rPr lang="en-US" dirty="0"/>
              <a:t> The design phase may include the creation of data flow diagrams, entity relationship diagrams, and flowcharts to represent the structure and operation of the system.</a:t>
            </a:r>
          </a:p>
        </p:txBody>
      </p:sp>
    </p:spTree>
    <p:extLst>
      <p:ext uri="{BB962C8B-B14F-4D97-AF65-F5344CB8AC3E}">
        <p14:creationId xmlns:p14="http://schemas.microsoft.com/office/powerpoint/2010/main" val="3440531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F16A25C-6D5E-D465-7A21-09614997BBA4}"/>
              </a:ext>
            </a:extLst>
          </p:cNvPr>
          <p:cNvSpPr>
            <a:spLocks noGrp="1"/>
          </p:cNvSpPr>
          <p:nvPr>
            <p:ph type="title"/>
          </p:nvPr>
        </p:nvSpPr>
        <p:spPr/>
        <p:txBody>
          <a:bodyPr/>
          <a:lstStyle/>
          <a:p>
            <a:r>
              <a:rPr lang="en-US" dirty="0"/>
              <a:t>The Waterfall Model</a:t>
            </a:r>
          </a:p>
        </p:txBody>
      </p:sp>
      <p:sp>
        <p:nvSpPr>
          <p:cNvPr id="3" name="Θέση περιεχομένου 2">
            <a:extLst>
              <a:ext uri="{FF2B5EF4-FFF2-40B4-BE49-F238E27FC236}">
                <a16:creationId xmlns:a16="http://schemas.microsoft.com/office/drawing/2014/main" id="{91B842AD-F2A5-75D5-2B75-CD260820FFC5}"/>
              </a:ext>
            </a:extLst>
          </p:cNvPr>
          <p:cNvSpPr>
            <a:spLocks noGrp="1"/>
          </p:cNvSpPr>
          <p:nvPr>
            <p:ph idx="1"/>
          </p:nvPr>
        </p:nvSpPr>
        <p:spPr/>
        <p:txBody>
          <a:bodyPr>
            <a:normAutofit/>
          </a:bodyPr>
          <a:lstStyle/>
          <a:p>
            <a:r>
              <a:rPr lang="en-US" dirty="0"/>
              <a:t>Implementation: During this phase, the actual code for the software is written based on the design documentation. Programmers use programming languages ​​and tools to create the software components and integrate them into an operating system.</a:t>
            </a:r>
          </a:p>
          <a:p>
            <a:r>
              <a:rPr lang="en-US" dirty="0"/>
              <a:t>Testing: After the software is implemented, it undergoes a series of tests to identify and correct any defects, errors, or inconsistencies. This includes unit testing, integration testing, and system testing to ensure that the software meets its requirements and functions properly.</a:t>
            </a:r>
          </a:p>
        </p:txBody>
      </p:sp>
    </p:spTree>
    <p:extLst>
      <p:ext uri="{BB962C8B-B14F-4D97-AF65-F5344CB8AC3E}">
        <p14:creationId xmlns:p14="http://schemas.microsoft.com/office/powerpoint/2010/main" val="3112912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A8EB97F-EFE5-40B7-F320-58ECA9568B24}"/>
              </a:ext>
            </a:extLst>
          </p:cNvPr>
          <p:cNvSpPr>
            <a:spLocks noGrp="1"/>
          </p:cNvSpPr>
          <p:nvPr>
            <p:ph type="title"/>
          </p:nvPr>
        </p:nvSpPr>
        <p:spPr/>
        <p:txBody>
          <a:bodyPr/>
          <a:lstStyle/>
          <a:p>
            <a:r>
              <a:rPr lang="en-US" dirty="0"/>
              <a:t>The Waterfall Model</a:t>
            </a:r>
          </a:p>
        </p:txBody>
      </p:sp>
      <p:sp>
        <p:nvSpPr>
          <p:cNvPr id="3" name="Θέση περιεχομένου 2">
            <a:extLst>
              <a:ext uri="{FF2B5EF4-FFF2-40B4-BE49-F238E27FC236}">
                <a16:creationId xmlns:a16="http://schemas.microsoft.com/office/drawing/2014/main" id="{145B1EA9-4050-69CB-3BAA-786D3D60334F}"/>
              </a:ext>
            </a:extLst>
          </p:cNvPr>
          <p:cNvSpPr>
            <a:spLocks noGrp="1"/>
          </p:cNvSpPr>
          <p:nvPr>
            <p:ph idx="1"/>
          </p:nvPr>
        </p:nvSpPr>
        <p:spPr/>
        <p:txBody>
          <a:bodyPr>
            <a:normAutofit/>
          </a:bodyPr>
          <a:lstStyle/>
          <a:p>
            <a:r>
              <a:rPr lang="en-US" dirty="0"/>
              <a:t>Release and Deployment: After successful testing, the software is deployed to a production environment, making it available to end users. This may include installation, configuration, and data migration tasks.</a:t>
            </a:r>
          </a:p>
          <a:p>
            <a:r>
              <a:rPr lang="en-US" dirty="0"/>
              <a:t>Maintenance: Once software is developed, it requires ongoing maintenance and support to address any issues, bugs, or changes in requirements. This includes bug fixes, performance optimization, and feature enhancements to ensure the product remains secure and up-to-date.</a:t>
            </a:r>
          </a:p>
        </p:txBody>
      </p:sp>
    </p:spTree>
    <p:extLst>
      <p:ext uri="{BB962C8B-B14F-4D97-AF65-F5344CB8AC3E}">
        <p14:creationId xmlns:p14="http://schemas.microsoft.com/office/powerpoint/2010/main" val="15213409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D477CA2-C3EA-7038-0E58-5A064F8BE4BB}"/>
              </a:ext>
            </a:extLst>
          </p:cNvPr>
          <p:cNvSpPr>
            <a:spLocks noGrp="1"/>
          </p:cNvSpPr>
          <p:nvPr>
            <p:ph type="title"/>
          </p:nvPr>
        </p:nvSpPr>
        <p:spPr/>
        <p:txBody>
          <a:bodyPr/>
          <a:lstStyle/>
          <a:p>
            <a:r>
              <a:rPr lang="en-US" dirty="0"/>
              <a:t>The Waterfall Model</a:t>
            </a:r>
          </a:p>
        </p:txBody>
      </p:sp>
      <p:sp>
        <p:nvSpPr>
          <p:cNvPr id="3" name="Θέση περιεχομένου 2">
            <a:extLst>
              <a:ext uri="{FF2B5EF4-FFF2-40B4-BE49-F238E27FC236}">
                <a16:creationId xmlns:a16="http://schemas.microsoft.com/office/drawing/2014/main" id="{4AA4CE87-AE08-A931-27C3-0BE694D7A1A6}"/>
              </a:ext>
            </a:extLst>
          </p:cNvPr>
          <p:cNvSpPr>
            <a:spLocks noGrp="1"/>
          </p:cNvSpPr>
          <p:nvPr>
            <p:ph idx="1"/>
          </p:nvPr>
        </p:nvSpPr>
        <p:spPr/>
        <p:txBody>
          <a:bodyPr>
            <a:normAutofit/>
          </a:bodyPr>
          <a:lstStyle/>
          <a:p>
            <a:r>
              <a:rPr lang="en-US" dirty="0"/>
              <a:t>One of the key features of the Waterfall Model is that each phase must be completed before moving on to the next phase. Additionally, there is usually no going back to previous phases unless a significant issue is discovered.</a:t>
            </a:r>
          </a:p>
          <a:p>
            <a:r>
              <a:rPr lang="en-US" dirty="0"/>
              <a:t>This linear approach is both an advantage and a weakness, as it provides a structured framework for software development, but may not be suitable for projects with evolving requirements or a need for flexibility.</a:t>
            </a:r>
          </a:p>
        </p:txBody>
      </p:sp>
    </p:spTree>
    <p:extLst>
      <p:ext uri="{BB962C8B-B14F-4D97-AF65-F5344CB8AC3E}">
        <p14:creationId xmlns:p14="http://schemas.microsoft.com/office/powerpoint/2010/main" val="1646704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5"/>
          <p:cNvSpPr/>
          <p:nvPr/>
        </p:nvSpPr>
        <p:spPr>
          <a:xfrm>
            <a:off x="502920" y="438912"/>
            <a:ext cx="11064240" cy="749808"/>
          </a:xfrm>
          <a:prstGeom prst="rect">
            <a:avLst/>
          </a:prstGeom>
          <a:noFill/>
          <a:ln>
            <a:noFill/>
          </a:ln>
        </p:spPr>
        <p:txBody>
          <a:bodyPr wrap="square" lIns="0" tIns="0" rIns="0" bIns="0" anchor="ctr"/>
          <a:lstStyle/>
          <a:p>
            <a:pPr algn="l"/>
            <a:r>
              <a:rPr lang="en-US" sz="2800" b="1">
                <a:solidFill>
                  <a:srgbClr val="172033"/>
                </a:solidFill>
                <a:latin typeface="Aptos"/>
              </a:rPr>
              <a:t>Waterfall: what helps and what makes it difficult</a:t>
            </a:r>
            <a:endParaRPr lang="en-US" sz="28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777240" y="1600200"/>
            <a:ext cx="4892040" cy="3703320"/>
          </a:xfrm>
          <a:prstGeom prst="roundRect">
            <a:avLst/>
          </a:prstGeom>
          <a:solidFill>
            <a:srgbClr val="FFFFFF"/>
          </a:solidFill>
          <a:ln w="12700">
            <a:solidFill>
              <a:srgbClr val="E2E7EE"/>
            </a:solidFill>
          </a:ln>
        </p:spPr>
      </p:sp>
      <p:sp>
        <p:nvSpPr>
          <p:cNvPr id="22" name="Text 22"/>
          <p:cNvSpPr/>
          <p:nvPr/>
        </p:nvSpPr>
        <p:spPr>
          <a:xfrm>
            <a:off x="996696" y="1746504"/>
            <a:ext cx="4489704" cy="228600"/>
          </a:xfrm>
          <a:prstGeom prst="rect">
            <a:avLst/>
          </a:prstGeom>
          <a:noFill/>
          <a:ln>
            <a:noFill/>
          </a:ln>
        </p:spPr>
        <p:txBody>
          <a:bodyPr wrap="square" lIns="0" tIns="0" rIns="0" bIns="0" anchor="ctr"/>
          <a:lstStyle/>
          <a:p>
            <a:pPr algn="l"/>
            <a:r>
              <a:rPr lang="en-US" sz="1000" b="1">
                <a:solidFill>
                  <a:srgbClr val="25B7A5"/>
                </a:solidFill>
                <a:latin typeface="Aptos"/>
              </a:rPr>
              <a:t>ADVANTAGES</a:t>
            </a:r>
            <a:endParaRPr lang="en-US" sz="1000"/>
          </a:p>
        </p:txBody>
      </p:sp>
      <p:sp>
        <p:nvSpPr>
          <p:cNvPr id="23" name="Text 23"/>
          <p:cNvSpPr/>
          <p:nvPr/>
        </p:nvSpPr>
        <p:spPr>
          <a:xfrm>
            <a:off x="996696" y="2057400"/>
            <a:ext cx="4489704" cy="384048"/>
          </a:xfrm>
          <a:prstGeom prst="rect">
            <a:avLst/>
          </a:prstGeom>
          <a:noFill/>
          <a:ln>
            <a:noFill/>
          </a:ln>
        </p:spPr>
        <p:txBody>
          <a:bodyPr wrap="square" lIns="0" tIns="0" rIns="0" bIns="0" anchor="ctr"/>
          <a:lstStyle/>
          <a:p>
            <a:pPr algn="l"/>
            <a:r>
              <a:rPr lang="en-US" sz="1700" b="1">
                <a:solidFill>
                  <a:srgbClr val="172033"/>
                </a:solidFill>
                <a:latin typeface="Aptos"/>
              </a:rPr>
              <a:t>Structure &amp; predictability</a:t>
            </a:r>
            <a:endParaRPr lang="en-US" sz="1700"/>
          </a:p>
        </p:txBody>
      </p:sp>
      <p:sp>
        <p:nvSpPr>
          <p:cNvPr id="24" name="Text 24"/>
          <p:cNvSpPr/>
          <p:nvPr/>
        </p:nvSpPr>
        <p:spPr>
          <a:xfrm>
            <a:off x="996696" y="2496312"/>
            <a:ext cx="4489704" cy="2679192"/>
          </a:xfrm>
          <a:prstGeom prst="rect">
            <a:avLst/>
          </a:prstGeom>
          <a:noFill/>
          <a:ln>
            <a:noFill/>
          </a:ln>
        </p:spPr>
        <p:txBody>
          <a:bodyPr wrap="square" lIns="0" tIns="0" rIns="0" bIns="0" anchor="ctr"/>
          <a:lstStyle/>
          <a:p>
            <a:pPr algn="l"/>
            <a:r>
              <a:rPr lang="en-US" sz="1400">
                <a:solidFill>
                  <a:srgbClr val="536174"/>
                </a:solidFill>
                <a:latin typeface="Aptos"/>
              </a:rPr>
              <a:t>Clear phases and milestones.</a:t>
            </a:r>
            <a:endParaRPr lang="en-US" sz="1400"/>
          </a:p>
          <a:p>
            <a:pPr algn="l"/>
            <a:r>
              <a:rPr lang="en-US" sz="1400">
                <a:solidFill>
                  <a:srgbClr val="536174"/>
                </a:solidFill>
                <a:latin typeface="Aptos"/>
              </a:rPr>
              <a:t>Strong documentation.</a:t>
            </a:r>
            <a:endParaRPr lang="en-US" sz="1400"/>
          </a:p>
          <a:p>
            <a:pPr algn="l"/>
            <a:r>
              <a:rPr lang="en-US" sz="1400">
                <a:solidFill>
                  <a:srgbClr val="536174"/>
                </a:solidFill>
                <a:latin typeface="Aptos"/>
              </a:rPr>
              <a:t>Easier initial budget.</a:t>
            </a:r>
            <a:endParaRPr lang="en-US" sz="1400"/>
          </a:p>
          <a:p>
            <a:pPr algn="l"/>
            <a:r>
              <a:rPr lang="en-US" sz="1400">
                <a:solidFill>
                  <a:srgbClr val="536174"/>
                </a:solidFill>
                <a:latin typeface="Aptos"/>
              </a:rPr>
              <a:t>Suitable when requirements are stable.</a:t>
            </a:r>
            <a:endParaRPr lang="en-US" sz="1400"/>
          </a:p>
        </p:txBody>
      </p:sp>
      <p:sp>
        <p:nvSpPr>
          <p:cNvPr id="30" name="Box 30"/>
          <p:cNvSpPr/>
          <p:nvPr/>
        </p:nvSpPr>
        <p:spPr>
          <a:xfrm>
            <a:off x="6537960" y="1600200"/>
            <a:ext cx="4892040" cy="3703320"/>
          </a:xfrm>
          <a:prstGeom prst="roundRect">
            <a:avLst/>
          </a:prstGeom>
          <a:solidFill>
            <a:srgbClr val="FFFFFF"/>
          </a:solidFill>
          <a:ln w="12700">
            <a:solidFill>
              <a:srgbClr val="E2E7EE"/>
            </a:solidFill>
          </a:ln>
        </p:spPr>
      </p:sp>
      <p:sp>
        <p:nvSpPr>
          <p:cNvPr id="32" name="Text 32"/>
          <p:cNvSpPr/>
          <p:nvPr/>
        </p:nvSpPr>
        <p:spPr>
          <a:xfrm>
            <a:off x="6757416" y="1746504"/>
            <a:ext cx="4489704" cy="228600"/>
          </a:xfrm>
          <a:prstGeom prst="rect">
            <a:avLst/>
          </a:prstGeom>
          <a:noFill/>
          <a:ln>
            <a:noFill/>
          </a:ln>
        </p:spPr>
        <p:txBody>
          <a:bodyPr wrap="square" lIns="0" tIns="0" rIns="0" bIns="0" anchor="ctr"/>
          <a:lstStyle/>
          <a:p>
            <a:pPr algn="l"/>
            <a:r>
              <a:rPr lang="en-US" sz="1000" b="1">
                <a:solidFill>
                  <a:srgbClr val="D06B4F"/>
                </a:solidFill>
                <a:latin typeface="Aptos"/>
              </a:rPr>
              <a:t>DISADVANTAGES</a:t>
            </a:r>
            <a:endParaRPr lang="en-US" sz="1000"/>
          </a:p>
        </p:txBody>
      </p:sp>
      <p:sp>
        <p:nvSpPr>
          <p:cNvPr id="33" name="Text 33"/>
          <p:cNvSpPr/>
          <p:nvPr/>
        </p:nvSpPr>
        <p:spPr>
          <a:xfrm>
            <a:off x="6757416" y="2057400"/>
            <a:ext cx="4489704" cy="384048"/>
          </a:xfrm>
          <a:prstGeom prst="rect">
            <a:avLst/>
          </a:prstGeom>
          <a:noFill/>
          <a:ln>
            <a:noFill/>
          </a:ln>
        </p:spPr>
        <p:txBody>
          <a:bodyPr wrap="square" lIns="0" tIns="0" rIns="0" bIns="0" anchor="ctr"/>
          <a:lstStyle/>
          <a:p>
            <a:pPr algn="l"/>
            <a:r>
              <a:rPr lang="en-US" sz="1700" b="1">
                <a:solidFill>
                  <a:srgbClr val="172033"/>
                </a:solidFill>
                <a:latin typeface="Aptos"/>
              </a:rPr>
              <a:t>Delayed learning</a:t>
            </a:r>
            <a:endParaRPr lang="en-US" sz="1700"/>
          </a:p>
        </p:txBody>
      </p:sp>
      <p:sp>
        <p:nvSpPr>
          <p:cNvPr id="34" name="Text 34"/>
          <p:cNvSpPr/>
          <p:nvPr/>
        </p:nvSpPr>
        <p:spPr>
          <a:xfrm>
            <a:off x="6757416" y="2496312"/>
            <a:ext cx="4489704" cy="2679192"/>
          </a:xfrm>
          <a:prstGeom prst="rect">
            <a:avLst/>
          </a:prstGeom>
          <a:noFill/>
          <a:ln>
            <a:noFill/>
          </a:ln>
        </p:spPr>
        <p:txBody>
          <a:bodyPr wrap="square" lIns="0" tIns="0" rIns="0" bIns="0" anchor="ctr"/>
          <a:lstStyle/>
          <a:p>
            <a:pPr algn="l"/>
            <a:r>
              <a:rPr lang="en-US" sz="1400">
                <a:solidFill>
                  <a:srgbClr val="536174"/>
                </a:solidFill>
                <a:latin typeface="Aptos"/>
              </a:rPr>
              <a:t>Functional product late.</a:t>
            </a:r>
            <a:endParaRPr lang="en-US" sz="1400"/>
          </a:p>
          <a:p>
            <a:pPr algn="l"/>
            <a:r>
              <a:rPr lang="en-US" sz="1400">
                <a:solidFill>
                  <a:srgbClr val="536174"/>
                </a:solidFill>
                <a:latin typeface="Aptos"/>
              </a:rPr>
              <a:t>Feedback after a large investment.</a:t>
            </a:r>
            <a:endParaRPr lang="en-US" sz="1400"/>
          </a:p>
          <a:p>
            <a:pPr algn="l"/>
            <a:r>
              <a:rPr lang="en-US" sz="1400">
                <a:solidFill>
                  <a:srgbClr val="536174"/>
                </a:solidFill>
                <a:latin typeface="Aptos"/>
              </a:rPr>
              <a:t>High switching costs.</a:t>
            </a:r>
            <a:endParaRPr lang="en-US" sz="1400"/>
          </a:p>
          <a:p>
            <a:pPr algn="l"/>
            <a:r>
              <a:rPr lang="en-US" sz="1400">
                <a:solidFill>
                  <a:srgbClr val="536174"/>
                </a:solidFill>
                <a:latin typeface="Aptos"/>
              </a:rPr>
              <a:t>Risk of incorrect initial assumptions.</a:t>
            </a:r>
            <a:endParaRPr lang="en-US" sz="1400"/>
          </a:p>
        </p:txBody>
      </p:sp>
      <p:sp>
        <p:nvSpPr>
          <p:cNvPr id="40" name="Text 40"/>
          <p:cNvSpPr/>
          <p:nvPr/>
        </p:nvSpPr>
        <p:spPr>
          <a:xfrm>
            <a:off x="914400" y="5596128"/>
            <a:ext cx="10332720" cy="274320"/>
          </a:xfrm>
          <a:prstGeom prst="rect">
            <a:avLst/>
          </a:prstGeom>
          <a:noFill/>
          <a:ln>
            <a:noFill/>
          </a:ln>
        </p:spPr>
        <p:txBody>
          <a:bodyPr wrap="square" lIns="0" tIns="0" rIns="0" bIns="0" anchor="ctr"/>
          <a:lstStyle/>
          <a:p>
            <a:pPr algn="l"/>
            <a:r>
              <a:rPr lang="en-US" sz="1500" b="1">
                <a:solidFill>
                  <a:srgbClr val="172033"/>
                </a:solidFill>
                <a:latin typeface="Aptos"/>
              </a:rPr>
              <a:t>The need for more frequent feedback leads to iterative, incremental and Agile approaches.</a:t>
            </a:r>
            <a:endParaRPr lang="en-US" sz="1500"/>
          </a:p>
        </p:txBody>
      </p:sp>
      <p:sp>
        <p:nvSpPr>
          <p:cNvPr id="900" name="Text 900"/>
          <p:cNvSpPr/>
          <p:nvPr/>
        </p:nvSpPr>
        <p:spPr>
          <a:xfrm>
            <a:off x="502920" y="6510528"/>
            <a:ext cx="6858000" cy="182880"/>
          </a:xfrm>
          <a:prstGeom prst="rect">
            <a:avLst/>
          </a:prstGeom>
          <a:noFill/>
          <a:ln>
            <a:noFill/>
          </a:ln>
        </p:spPr>
        <p:txBody>
          <a:bodyPr wrap="square" lIns="0" tIns="0" rIns="0" bIns="0" anchor="ctr"/>
          <a:lstStyle/>
          <a:p>
            <a:pPr algn="l"/>
            <a:r>
              <a:rPr lang="en-US" sz="900">
                <a:solidFill>
                  <a:srgbClr val="7A8699"/>
                </a:solidFill>
                <a:latin typeface="Aptos"/>
              </a:rPr>
              <a:t>Software Technology • Ionian University</a:t>
            </a:r>
            <a:endParaRPr lang="en-US" sz="900"/>
          </a:p>
        </p:txBody>
      </p:sp>
      <p:sp>
        <p:nvSpPr>
          <p:cNvPr id="902" name="Text 902"/>
          <p:cNvSpPr/>
          <p:nvPr/>
        </p:nvSpPr>
        <p:spPr>
          <a:xfrm>
            <a:off x="11064240" y="6492240"/>
            <a:ext cx="502920" cy="201168"/>
          </a:xfrm>
          <a:prstGeom prst="rect">
            <a:avLst/>
          </a:prstGeom>
          <a:noFill/>
          <a:ln>
            <a:noFill/>
          </a:ln>
        </p:spPr>
        <p:txBody>
          <a:bodyPr wrap="square" lIns="0" tIns="0" rIns="0" bIns="0" anchor="ctr"/>
          <a:lstStyle/>
          <a:p>
            <a:pPr algn="r"/>
            <a:r>
              <a:rPr lang="en-US" sz="900" b="1">
                <a:solidFill>
                  <a:srgbClr val="7A8699"/>
                </a:solidFill>
                <a:latin typeface="Aptos"/>
              </a:rPr>
              <a:t>14</a:t>
            </a:r>
            <a:endParaRPr lang="en-US" sz="9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D2DFE21-D537-A460-0C6B-F5BFF80D0FB3}"/>
              </a:ext>
            </a:extLst>
          </p:cNvPr>
          <p:cNvSpPr>
            <a:spLocks noGrp="1"/>
          </p:cNvSpPr>
          <p:nvPr>
            <p:ph type="title"/>
          </p:nvPr>
        </p:nvSpPr>
        <p:spPr/>
        <p:txBody>
          <a:bodyPr/>
          <a:lstStyle/>
          <a:p>
            <a:r>
              <a:rPr lang="en-US" dirty="0"/>
              <a:t>Development is not the majority of cost!</a:t>
            </a:r>
          </a:p>
        </p:txBody>
      </p:sp>
      <p:sp>
        <p:nvSpPr>
          <p:cNvPr id="3" name="Θέση περιεχομένου 2">
            <a:extLst>
              <a:ext uri="{FF2B5EF4-FFF2-40B4-BE49-F238E27FC236}">
                <a16:creationId xmlns:a16="http://schemas.microsoft.com/office/drawing/2014/main" id="{9CD03AE1-A7BF-F12B-C793-8211C3B5F6C4}"/>
              </a:ext>
            </a:extLst>
          </p:cNvPr>
          <p:cNvSpPr>
            <a:spLocks noGrp="1"/>
          </p:cNvSpPr>
          <p:nvPr>
            <p:ph idx="1"/>
          </p:nvPr>
        </p:nvSpPr>
        <p:spPr/>
        <p:txBody>
          <a:bodyPr/>
          <a:lstStyle/>
          <a:p>
            <a:endParaRPr lang="en-US"/>
          </a:p>
        </p:txBody>
      </p:sp>
      <p:pic>
        <p:nvPicPr>
          <p:cNvPr id="4" name="Εικόνα 3" descr="Software development costs: Analysis for custom projects">
            <a:extLst>
              <a:ext uri="{FF2B5EF4-FFF2-40B4-BE49-F238E27FC236}">
                <a16:creationId xmlns:a16="http://schemas.microsoft.com/office/drawing/2014/main" id="{B62AB81F-0971-004B-A5DD-31C5B2B4FF68}"/>
              </a:ext>
            </a:extLst>
          </p:cNvPr>
          <p:cNvPicPr>
            <a:picLocks noChangeAspect="1"/>
          </p:cNvPicPr>
          <p:nvPr/>
        </p:nvPicPr>
        <p:blipFill>
          <a:blip r:embed="rId2"/>
          <a:stretch>
            <a:fillRect/>
          </a:stretch>
        </p:blipFill>
        <p:spPr>
          <a:xfrm>
            <a:off x="533875" y="1930400"/>
            <a:ext cx="7619048" cy="4285714"/>
          </a:xfrm>
          <a:prstGeom prst="rect">
            <a:avLst/>
          </a:prstGeom>
        </p:spPr>
      </p:pic>
    </p:spTree>
    <p:extLst>
      <p:ext uri="{BB962C8B-B14F-4D97-AF65-F5344CB8AC3E}">
        <p14:creationId xmlns:p14="http://schemas.microsoft.com/office/powerpoint/2010/main" val="1499530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99B912-BB99-0314-C462-936F15F65990}"/>
              </a:ext>
            </a:extLst>
          </p:cNvPr>
          <p:cNvSpPr>
            <a:spLocks noGrp="1"/>
          </p:cNvSpPr>
          <p:nvPr>
            <p:ph type="title"/>
          </p:nvPr>
        </p:nvSpPr>
        <p:spPr/>
        <p:txBody>
          <a:bodyPr/>
          <a:lstStyle/>
          <a:p>
            <a:r>
              <a:rPr lang="en-US" dirty="0"/>
              <a:t>The prototype model</a:t>
            </a:r>
          </a:p>
        </p:txBody>
      </p:sp>
      <p:sp>
        <p:nvSpPr>
          <p:cNvPr id="3" name="Θέση περιεχομένου 2">
            <a:extLst>
              <a:ext uri="{FF2B5EF4-FFF2-40B4-BE49-F238E27FC236}">
                <a16:creationId xmlns:a16="http://schemas.microsoft.com/office/drawing/2014/main" id="{844BE713-DA7E-EA1F-1431-E9E899E6A6A6}"/>
              </a:ext>
            </a:extLst>
          </p:cNvPr>
          <p:cNvSpPr>
            <a:spLocks noGrp="1"/>
          </p:cNvSpPr>
          <p:nvPr>
            <p:ph idx="1"/>
          </p:nvPr>
        </p:nvSpPr>
        <p:spPr/>
        <p:txBody>
          <a:bodyPr/>
          <a:lstStyle/>
          <a:p>
            <a:r>
              <a:rPr lang="en-US" dirty="0"/>
              <a:t>The prototyping model is a software development methodology that involves creating a preliminary version of the software, called a prototype, before building the final product.</a:t>
            </a:r>
          </a:p>
          <a:p>
            <a:r>
              <a:rPr lang="en-US" dirty="0"/>
              <a:t>This approach allows developers and stakeholders to evaluate and improve the design, functionality, and user experience of the software early in the development process.</a:t>
            </a:r>
          </a:p>
        </p:txBody>
      </p:sp>
    </p:spTree>
    <p:extLst>
      <p:ext uri="{BB962C8B-B14F-4D97-AF65-F5344CB8AC3E}">
        <p14:creationId xmlns:p14="http://schemas.microsoft.com/office/powerpoint/2010/main" val="4025069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8A13652-7A69-231F-8C76-99DF0D9D6F80}"/>
              </a:ext>
            </a:extLst>
          </p:cNvPr>
          <p:cNvSpPr>
            <a:spLocks noGrp="1"/>
          </p:cNvSpPr>
          <p:nvPr>
            <p:ph type="title"/>
          </p:nvPr>
        </p:nvSpPr>
        <p:spPr/>
        <p:txBody>
          <a:bodyPr/>
          <a:lstStyle/>
          <a:p>
            <a:r>
              <a:rPr lang="en-US" dirty="0"/>
              <a:t>The prototype model</a:t>
            </a:r>
          </a:p>
        </p:txBody>
      </p:sp>
      <p:sp>
        <p:nvSpPr>
          <p:cNvPr id="3" name="Θέση περιεχομένου 2">
            <a:extLst>
              <a:ext uri="{FF2B5EF4-FFF2-40B4-BE49-F238E27FC236}">
                <a16:creationId xmlns:a16="http://schemas.microsoft.com/office/drawing/2014/main" id="{A736E6EF-8AE9-DEB9-19F5-67C9074E3974}"/>
              </a:ext>
            </a:extLst>
          </p:cNvPr>
          <p:cNvSpPr>
            <a:spLocks noGrp="1"/>
          </p:cNvSpPr>
          <p:nvPr>
            <p:ph idx="1"/>
          </p:nvPr>
        </p:nvSpPr>
        <p:spPr/>
        <p:txBody>
          <a:bodyPr/>
          <a:lstStyle/>
          <a:p>
            <a:endParaRPr lang="en-US"/>
          </a:p>
        </p:txBody>
      </p:sp>
      <p:pic>
        <p:nvPicPr>
          <p:cNvPr id="4" name="Εικόνα 3" descr="Prototype Model | Software Engineering">
            <a:extLst>
              <a:ext uri="{FF2B5EF4-FFF2-40B4-BE49-F238E27FC236}">
                <a16:creationId xmlns:a16="http://schemas.microsoft.com/office/drawing/2014/main" id="{F4AF8B72-996E-8830-8837-426DA980696F}"/>
              </a:ext>
            </a:extLst>
          </p:cNvPr>
          <p:cNvPicPr>
            <a:picLocks noChangeAspect="1"/>
          </p:cNvPicPr>
          <p:nvPr/>
        </p:nvPicPr>
        <p:blipFill>
          <a:blip r:embed="rId2"/>
          <a:srcRect b="5671"/>
          <a:stretch>
            <a:fillRect/>
          </a:stretch>
        </p:blipFill>
        <p:spPr>
          <a:xfrm>
            <a:off x="2405508" y="1449294"/>
            <a:ext cx="5381855" cy="4870824"/>
          </a:xfrm>
          <a:prstGeom prst="rect">
            <a:avLst/>
          </a:prstGeom>
        </p:spPr>
      </p:pic>
    </p:spTree>
    <p:extLst>
      <p:ext uri="{BB962C8B-B14F-4D97-AF65-F5344CB8AC3E}">
        <p14:creationId xmlns:p14="http://schemas.microsoft.com/office/powerpoint/2010/main" val="3388580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B669B1F-F230-B25E-182D-6FCA08FD3F6A}"/>
              </a:ext>
            </a:extLst>
          </p:cNvPr>
          <p:cNvSpPr>
            <a:spLocks noGrp="1"/>
          </p:cNvSpPr>
          <p:nvPr>
            <p:ph type="title"/>
          </p:nvPr>
        </p:nvSpPr>
        <p:spPr/>
        <p:txBody>
          <a:bodyPr/>
          <a:lstStyle/>
          <a:p>
            <a:r>
              <a:rPr lang="en-US" dirty="0"/>
              <a:t>Prototype model phases</a:t>
            </a:r>
          </a:p>
        </p:txBody>
      </p:sp>
      <p:sp>
        <p:nvSpPr>
          <p:cNvPr id="3" name="Θέση περιεχομένου 2">
            <a:extLst>
              <a:ext uri="{FF2B5EF4-FFF2-40B4-BE49-F238E27FC236}">
                <a16:creationId xmlns:a16="http://schemas.microsoft.com/office/drawing/2014/main" id="{D63228F2-FEE4-A68D-9F05-369D703EF726}"/>
              </a:ext>
            </a:extLst>
          </p:cNvPr>
          <p:cNvSpPr>
            <a:spLocks noGrp="1"/>
          </p:cNvSpPr>
          <p:nvPr>
            <p:ph idx="1"/>
          </p:nvPr>
        </p:nvSpPr>
        <p:spPr/>
        <p:txBody>
          <a:bodyPr>
            <a:normAutofit/>
          </a:bodyPr>
          <a:lstStyle/>
          <a:p>
            <a:pPr>
              <a:buFont typeface="+mj-lt"/>
              <a:buAutoNum type="arabicPeriod"/>
            </a:pPr>
            <a:r>
              <a:rPr lang="en-US" b="1" dirty="0"/>
              <a:t>Requirements gathering:</a:t>
            </a:r>
            <a:br>
              <a:rPr lang="en-US" dirty="0"/>
            </a:br>
            <a:r>
              <a:rPr lang="en-US" dirty="0"/>
              <a:t> Developers and stakeholders gather and analyze project requirements, including desired functionality,</a:t>
            </a:r>
            <a:r>
              <a:rPr lang="en-US" dirty="0" err="1"/>
              <a:t> interface</a:t>
            </a:r>
            <a:r>
              <a:rPr lang="en-US" dirty="0"/>
              <a:t> user and performance.</a:t>
            </a:r>
          </a:p>
          <a:p>
            <a:pPr>
              <a:buFont typeface="+mj-lt"/>
              <a:buAutoNum type="arabicPeriod"/>
            </a:pPr>
            <a:endParaRPr lang="en-US" dirty="0"/>
          </a:p>
          <a:p>
            <a:pPr>
              <a:buFont typeface="+mj-lt"/>
              <a:buAutoNum type="arabicPeriod"/>
            </a:pPr>
            <a:r>
              <a:rPr lang="en-US" b="1" dirty="0"/>
              <a:t>Initial prototype development:</a:t>
            </a:r>
            <a:br>
              <a:rPr lang="en-US" dirty="0"/>
            </a:br>
            <a:r>
              <a:rPr lang="en-US" dirty="0"/>
              <a:t> A basic prototype is created, which can be a mock-up, a</a:t>
            </a:r>
            <a:r>
              <a:rPr lang="en-US" dirty="0" err="1"/>
              <a:t>wireframe</a:t>
            </a:r>
            <a:r>
              <a:rPr lang="en-US" dirty="0"/>
              <a:t> or a simple model of the software's operation. The primary goal is to represent the basic features and functions of the software, without focusing on details or complex implementation.</a:t>
            </a:r>
          </a:p>
        </p:txBody>
      </p:sp>
    </p:spTree>
    <p:extLst>
      <p:ext uri="{BB962C8B-B14F-4D97-AF65-F5344CB8AC3E}">
        <p14:creationId xmlns:p14="http://schemas.microsoft.com/office/powerpoint/2010/main" val="7087305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C795AD8-016A-16FF-3AB0-A18746317E8B}"/>
              </a:ext>
            </a:extLst>
          </p:cNvPr>
          <p:cNvSpPr>
            <a:spLocks noGrp="1"/>
          </p:cNvSpPr>
          <p:nvPr>
            <p:ph type="title"/>
          </p:nvPr>
        </p:nvSpPr>
        <p:spPr/>
        <p:txBody>
          <a:bodyPr/>
          <a:lstStyle/>
          <a:p>
            <a:r>
              <a:rPr lang="en-US" dirty="0"/>
              <a:t>Prototype model phases</a:t>
            </a:r>
          </a:p>
        </p:txBody>
      </p:sp>
      <p:sp>
        <p:nvSpPr>
          <p:cNvPr id="3" name="Θέση περιεχομένου 2">
            <a:extLst>
              <a:ext uri="{FF2B5EF4-FFF2-40B4-BE49-F238E27FC236}">
                <a16:creationId xmlns:a16="http://schemas.microsoft.com/office/drawing/2014/main" id="{3CBE1183-DD22-927D-076F-2E5877F7F257}"/>
              </a:ext>
            </a:extLst>
          </p:cNvPr>
          <p:cNvSpPr>
            <a:spLocks noGrp="1"/>
          </p:cNvSpPr>
          <p:nvPr>
            <p:ph idx="1"/>
          </p:nvPr>
        </p:nvSpPr>
        <p:spPr/>
        <p:txBody>
          <a:bodyPr>
            <a:normAutofit/>
          </a:bodyPr>
          <a:lstStyle/>
          <a:p>
            <a:pPr>
              <a:buFont typeface="+mj-lt"/>
              <a:buAutoNum type="arabicPeriod" startAt="3"/>
            </a:pPr>
            <a:r>
              <a:rPr lang="en-US" b="1" dirty="0"/>
              <a:t>Prototype review:</a:t>
            </a:r>
            <a:br>
              <a:rPr lang="en-US" dirty="0"/>
            </a:br>
            <a:r>
              <a:rPr lang="en-US" dirty="0"/>
              <a:t> The prototype is presented to stakeholders, end users, and the development team for feedback. They evaluate the prototype to determine if it meets the project requirements, provides the desired user experience, and identify any necessary changes or improvements.</a:t>
            </a:r>
          </a:p>
          <a:p>
            <a:pPr>
              <a:buFont typeface="+mj-lt"/>
              <a:buAutoNum type="arabicPeriod" startAt="3"/>
            </a:pPr>
            <a:endParaRPr lang="en-US" dirty="0"/>
          </a:p>
          <a:p>
            <a:pPr>
              <a:buFont typeface="+mj-lt"/>
              <a:buAutoNum type="arabicPeriod" startAt="3"/>
            </a:pPr>
            <a:r>
              <a:rPr lang="en-US" b="1" dirty="0"/>
              <a:t>Improvement and repetition:</a:t>
            </a:r>
            <a:br>
              <a:rPr lang="en-US" dirty="0"/>
            </a:br>
            <a:r>
              <a:rPr lang="en-US" dirty="0"/>
              <a:t> Based on the feedback received, the development team refines and iterates the prototype, making the necessary changes and improvements. This process is repeated until the prototype meets the requirements and meets the expectations of the stakeholders.</a:t>
            </a:r>
          </a:p>
        </p:txBody>
      </p:sp>
    </p:spTree>
    <p:extLst>
      <p:ext uri="{BB962C8B-B14F-4D97-AF65-F5344CB8AC3E}">
        <p14:creationId xmlns:p14="http://schemas.microsoft.com/office/powerpoint/2010/main" val="3119386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44616DB-99FA-A54B-F408-28B2A9940AC6}"/>
              </a:ext>
            </a:extLst>
          </p:cNvPr>
          <p:cNvSpPr>
            <a:spLocks noGrp="1"/>
          </p:cNvSpPr>
          <p:nvPr>
            <p:ph type="title"/>
          </p:nvPr>
        </p:nvSpPr>
        <p:spPr/>
        <p:txBody>
          <a:bodyPr/>
          <a:lstStyle/>
          <a:p>
            <a:r>
              <a:rPr lang="en-US" dirty="0"/>
              <a:t>The prototype model</a:t>
            </a:r>
          </a:p>
        </p:txBody>
      </p:sp>
      <p:sp>
        <p:nvSpPr>
          <p:cNvPr id="3" name="Θέση περιεχομένου 2">
            <a:extLst>
              <a:ext uri="{FF2B5EF4-FFF2-40B4-BE49-F238E27FC236}">
                <a16:creationId xmlns:a16="http://schemas.microsoft.com/office/drawing/2014/main" id="{568AD5D0-3055-1E2E-5D9A-433C53524A9B}"/>
              </a:ext>
            </a:extLst>
          </p:cNvPr>
          <p:cNvSpPr>
            <a:spLocks noGrp="1"/>
          </p:cNvSpPr>
          <p:nvPr>
            <p:ph idx="1"/>
          </p:nvPr>
        </p:nvSpPr>
        <p:spPr/>
        <p:txBody>
          <a:bodyPr/>
          <a:lstStyle/>
          <a:p>
            <a:pPr>
              <a:buFont typeface="+mj-lt"/>
              <a:buAutoNum type="arabicPeriod" startAt="5"/>
            </a:pPr>
            <a:r>
              <a:rPr lang="en-US" b="1" dirty="0"/>
              <a:t>Final development:</a:t>
            </a:r>
            <a:br>
              <a:rPr lang="en-US" dirty="0"/>
            </a:br>
            <a:r>
              <a:rPr lang="en-US" dirty="0"/>
              <a:t> Once the prototype is perfected and approved, the development team proceeds to the final implementation of the software, using the prototype as a guide.</a:t>
            </a:r>
          </a:p>
          <a:p>
            <a:pPr>
              <a:buFont typeface="+mj-lt"/>
              <a:buAutoNum type="arabicPeriod" startAt="5"/>
            </a:pPr>
            <a:endParaRPr lang="en-US" dirty="0"/>
          </a:p>
          <a:p>
            <a:pPr>
              <a:buFont typeface="+mj-lt"/>
              <a:buAutoNum type="arabicPeriod" startAt="5"/>
            </a:pPr>
            <a:r>
              <a:rPr lang="en-US" b="1" dirty="0"/>
              <a:t>Testing and development:</a:t>
            </a:r>
            <a:br>
              <a:rPr lang="en-US" dirty="0"/>
            </a:br>
            <a:r>
              <a:rPr lang="en-US" dirty="0"/>
              <a:t> The completed software is tested and any issues or bugs are fixed. Once the software is stable and meets all requirements, it is deployed to end users.</a:t>
            </a:r>
          </a:p>
        </p:txBody>
      </p:sp>
    </p:spTree>
    <p:extLst>
      <p:ext uri="{BB962C8B-B14F-4D97-AF65-F5344CB8AC3E}">
        <p14:creationId xmlns:p14="http://schemas.microsoft.com/office/powerpoint/2010/main" val="246379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7153B6E-6DA9-C50D-B185-090D7B561486}"/>
              </a:ext>
            </a:extLst>
          </p:cNvPr>
          <p:cNvSpPr>
            <a:spLocks noGrp="1"/>
          </p:cNvSpPr>
          <p:nvPr>
            <p:ph type="title"/>
          </p:nvPr>
        </p:nvSpPr>
        <p:spPr/>
        <p:txBody>
          <a:bodyPr/>
          <a:lstStyle/>
          <a:p>
            <a:r>
              <a:rPr lang="en-US" dirty="0"/>
              <a:t>The Incremental model</a:t>
            </a:r>
          </a:p>
        </p:txBody>
      </p:sp>
      <p:sp>
        <p:nvSpPr>
          <p:cNvPr id="3" name="Θέση περιεχομένου 2">
            <a:extLst>
              <a:ext uri="{FF2B5EF4-FFF2-40B4-BE49-F238E27FC236}">
                <a16:creationId xmlns:a16="http://schemas.microsoft.com/office/drawing/2014/main" id="{710456C9-0296-2DB9-917F-878E8BF60C59}"/>
              </a:ext>
            </a:extLst>
          </p:cNvPr>
          <p:cNvSpPr>
            <a:spLocks noGrp="1"/>
          </p:cNvSpPr>
          <p:nvPr>
            <p:ph idx="1"/>
          </p:nvPr>
        </p:nvSpPr>
        <p:spPr/>
        <p:txBody>
          <a:bodyPr>
            <a:normAutofit/>
          </a:bodyPr>
          <a:lstStyle/>
          <a:p>
            <a:r>
              <a:rPr lang="en-US" dirty="0"/>
              <a:t>Combines the sequential development of the waterfall model and the piecemeal development of the model prototyping. </a:t>
            </a:r>
          </a:p>
          <a:p>
            <a:r>
              <a:rPr lang="en-US" dirty="0"/>
              <a:t>The central idea is partitioning the software under construction into parts that are developed independently, following each sequential development, according to the waterfall model.</a:t>
            </a:r>
          </a:p>
          <a:p>
            <a:r>
              <a:rPr lang="en-US" dirty="0"/>
              <a:t>During the initial analysis and design phase, the sections to divide the application are established, then the development of each is carried out independently and in parallel.</a:t>
            </a:r>
          </a:p>
          <a:p>
            <a:r>
              <a:rPr lang="en-US" dirty="0"/>
              <a:t>When the development of each section is completed, itis integrated into the entire application, a process which justifiesand the title "functional increment".</a:t>
            </a:r>
          </a:p>
        </p:txBody>
      </p:sp>
    </p:spTree>
    <p:extLst>
      <p:ext uri="{BB962C8B-B14F-4D97-AF65-F5344CB8AC3E}">
        <p14:creationId xmlns:p14="http://schemas.microsoft.com/office/powerpoint/2010/main" val="16283190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0B56D40-7524-377D-71D9-82E84E2D7BF1}"/>
              </a:ext>
            </a:extLst>
          </p:cNvPr>
          <p:cNvSpPr>
            <a:spLocks noGrp="1"/>
          </p:cNvSpPr>
          <p:nvPr>
            <p:ph type="title"/>
          </p:nvPr>
        </p:nvSpPr>
        <p:spPr/>
        <p:txBody>
          <a:bodyPr/>
          <a:lstStyle/>
          <a:p>
            <a:r>
              <a:rPr lang="en-US" dirty="0"/>
              <a:t>The incremental model</a:t>
            </a:r>
          </a:p>
        </p:txBody>
      </p:sp>
      <p:sp>
        <p:nvSpPr>
          <p:cNvPr id="3" name="Θέση περιεχομένου 2">
            <a:extLst>
              <a:ext uri="{FF2B5EF4-FFF2-40B4-BE49-F238E27FC236}">
                <a16:creationId xmlns:a16="http://schemas.microsoft.com/office/drawing/2014/main" id="{61A8CEE5-E0DF-615A-0CB7-8AB814F0467D}"/>
              </a:ext>
            </a:extLst>
          </p:cNvPr>
          <p:cNvSpPr>
            <a:spLocks noGrp="1"/>
          </p:cNvSpPr>
          <p:nvPr>
            <p:ph idx="1"/>
          </p:nvPr>
        </p:nvSpPr>
        <p:spPr/>
        <p:txBody>
          <a:bodyPr/>
          <a:lstStyle/>
          <a:p>
            <a:endParaRPr lang="en-US"/>
          </a:p>
        </p:txBody>
      </p:sp>
      <p:pic>
        <p:nvPicPr>
          <p:cNvPr id="4" name="Εικόνα 3" descr="What is a Software Process Model?">
            <a:extLst>
              <a:ext uri="{FF2B5EF4-FFF2-40B4-BE49-F238E27FC236}">
                <a16:creationId xmlns:a16="http://schemas.microsoft.com/office/drawing/2014/main" id="{D43ECC62-1350-506C-F2BB-3CD4096EF6A2}"/>
              </a:ext>
            </a:extLst>
          </p:cNvPr>
          <p:cNvPicPr>
            <a:picLocks noChangeAspect="1"/>
          </p:cNvPicPr>
          <p:nvPr/>
        </p:nvPicPr>
        <p:blipFill>
          <a:blip r:embed="rId2"/>
          <a:stretch>
            <a:fillRect/>
          </a:stretch>
        </p:blipFill>
        <p:spPr>
          <a:xfrm>
            <a:off x="1238482" y="2160589"/>
            <a:ext cx="8200000" cy="2704762"/>
          </a:xfrm>
          <a:prstGeom prst="rect">
            <a:avLst/>
          </a:prstGeom>
        </p:spPr>
      </p:pic>
    </p:spTree>
    <p:extLst>
      <p:ext uri="{BB962C8B-B14F-4D97-AF65-F5344CB8AC3E}">
        <p14:creationId xmlns:p14="http://schemas.microsoft.com/office/powerpoint/2010/main" val="2145680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DEE597C-B05C-16BF-8955-2C83679B3AF9}"/>
              </a:ext>
            </a:extLst>
          </p:cNvPr>
          <p:cNvSpPr>
            <a:spLocks noGrp="1"/>
          </p:cNvSpPr>
          <p:nvPr>
            <p:ph type="title"/>
          </p:nvPr>
        </p:nvSpPr>
        <p:spPr/>
        <p:txBody>
          <a:bodyPr/>
          <a:lstStyle/>
          <a:p>
            <a:r>
              <a:rPr lang="en-US" dirty="0"/>
              <a:t>The incremental model</a:t>
            </a:r>
          </a:p>
        </p:txBody>
      </p:sp>
      <p:sp>
        <p:nvSpPr>
          <p:cNvPr id="3" name="Θέση περιεχομένου 2">
            <a:extLst>
              <a:ext uri="{FF2B5EF4-FFF2-40B4-BE49-F238E27FC236}">
                <a16:creationId xmlns:a16="http://schemas.microsoft.com/office/drawing/2014/main" id="{A022DB0C-43D7-9081-952C-2CDB1A4E5E5B}"/>
              </a:ext>
            </a:extLst>
          </p:cNvPr>
          <p:cNvSpPr>
            <a:spLocks noGrp="1"/>
          </p:cNvSpPr>
          <p:nvPr>
            <p:ph idx="1"/>
          </p:nvPr>
        </p:nvSpPr>
        <p:spPr/>
        <p:txBody>
          <a:bodyPr/>
          <a:lstStyle/>
          <a:p>
            <a:pPr>
              <a:lnSpc>
                <a:spcPct val="107000"/>
              </a:lnSpc>
              <a:spcAft>
                <a:spcPts val="800"/>
              </a:spcAft>
            </a:pPr>
            <a:r>
              <a:rPr lang="en-US" sz="1800" dirty="0">
                <a:effectLst/>
                <a:latin typeface="GillSansHel"/>
                <a:ea typeface="Calibri" panose="020F0502020204030204" pitchFamily="34" charset="0"/>
                <a:cs typeface="GillSansHel"/>
              </a:rPr>
              <a:t>In the </a:t>
            </a:r>
            <a:r>
              <a:rPr lang="en-US" dirty="0">
                <a:latin typeface="GillSansHel"/>
                <a:ea typeface="Calibri" panose="020F0502020204030204" pitchFamily="34" charset="0"/>
                <a:cs typeface="GillSansHel"/>
              </a:rPr>
              <a:t>prototyping</a:t>
            </a:r>
            <a:r>
              <a:rPr lang="en-US" sz="1800" dirty="0">
                <a:effectLst/>
                <a:latin typeface="GillSansHel"/>
                <a:ea typeface="Calibri" panose="020F0502020204030204" pitchFamily="34" charset="0"/>
                <a:cs typeface="GillSansHel"/>
              </a:rPr>
              <a:t> model, as well as in that of incremental, the partition is more or less arbitrary. The risk is not valued, so every setback or reversal </a:t>
            </a:r>
            <a:r>
              <a:rPr lang="en-US" dirty="0">
                <a:latin typeface="GillSansHel"/>
                <a:ea typeface="Calibri" panose="020F0502020204030204" pitchFamily="34" charset="0"/>
                <a:cs typeface="GillSansHel"/>
              </a:rPr>
              <a:t>impacts </a:t>
            </a:r>
            <a:r>
              <a:rPr lang="en-US" sz="1800" dirty="0">
                <a:effectLst/>
                <a:latin typeface="GillSansHel"/>
                <a:ea typeface="Calibri" panose="020F0502020204030204" pitchFamily="34" charset="0"/>
                <a:cs typeface="GillSansHel"/>
              </a:rPr>
              <a:t>costs</a:t>
            </a:r>
            <a:r>
              <a:rPr lang="en-US" dirty="0">
                <a:latin typeface="GillSansHel"/>
                <a:ea typeface="Calibri" panose="020F0502020204030204" pitchFamily="34" charset="0"/>
                <a:cs typeface="GillSansHel"/>
              </a:rPr>
              <a:t> and</a:t>
            </a:r>
            <a:r>
              <a:rPr lang="en-US" sz="1800" dirty="0">
                <a:effectLst/>
                <a:latin typeface="GillSansHel"/>
                <a:ea typeface="Calibri" panose="020F0502020204030204" pitchFamily="34" charset="0"/>
                <a:cs typeface="GillSansHel"/>
              </a:rPr>
              <a:t> time required, often resulting in total project failure.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GillSansHel"/>
                <a:ea typeface="Calibri" panose="020F0502020204030204" pitchFamily="34" charset="0"/>
                <a:cs typeface="GillSansHel"/>
              </a:rPr>
              <a:t>On the other hand, the disciplined acceptance of the strict phases proposed by the waterfall model is not easy </a:t>
            </a:r>
            <a:r>
              <a:rPr lang="en-US" dirty="0">
                <a:latin typeface="GillSansHel"/>
                <a:ea typeface="Calibri" panose="020F0502020204030204" pitchFamily="34" charset="0"/>
                <a:cs typeface="GillSansHel"/>
              </a:rPr>
              <a:t>to follow, since </a:t>
            </a:r>
            <a:r>
              <a:rPr lang="en-US" sz="1800" dirty="0">
                <a:effectLst/>
                <a:latin typeface="GillSansHel"/>
                <a:ea typeface="Calibri" panose="020F0502020204030204" pitchFamily="34" charset="0"/>
                <a:cs typeface="GillSansHel"/>
              </a:rPr>
              <a:t>certain specific steps "must" be followed regardless of the circumstances.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727238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7F12B2C-2EBB-4044-B397-2EFA1F37F9C9}"/>
              </a:ext>
            </a:extLst>
          </p:cNvPr>
          <p:cNvSpPr>
            <a:spLocks noGrp="1"/>
          </p:cNvSpPr>
          <p:nvPr>
            <p:ph type="title"/>
          </p:nvPr>
        </p:nvSpPr>
        <p:spPr/>
        <p:txBody>
          <a:bodyPr/>
          <a:lstStyle/>
          <a:p>
            <a:r>
              <a:rPr lang="en-US" dirty="0"/>
              <a:t>Agile Model</a:t>
            </a:r>
          </a:p>
        </p:txBody>
      </p:sp>
      <p:sp>
        <p:nvSpPr>
          <p:cNvPr id="3" name="Θέση περιεχομένου 2">
            <a:extLst>
              <a:ext uri="{FF2B5EF4-FFF2-40B4-BE49-F238E27FC236}">
                <a16:creationId xmlns:a16="http://schemas.microsoft.com/office/drawing/2014/main" id="{CF91B15E-C03E-7099-9335-1345302A7FAD}"/>
              </a:ext>
            </a:extLst>
          </p:cNvPr>
          <p:cNvSpPr>
            <a:spLocks noGrp="1"/>
          </p:cNvSpPr>
          <p:nvPr>
            <p:ph idx="1"/>
          </p:nvPr>
        </p:nvSpPr>
        <p:spPr/>
        <p:txBody>
          <a:bodyPr>
            <a:normAutofit/>
          </a:bodyPr>
          <a:lstStyle/>
          <a:p>
            <a:r>
              <a:rPr lang="en-US" dirty="0"/>
              <a:t>It is an iterative and incremental software development methodology that emphasizes flexibility, collaboration, and customer satisfaction.</a:t>
            </a:r>
          </a:p>
          <a:p>
            <a:r>
              <a:rPr lang="en-US" b="1" dirty="0"/>
              <a:t>Developed</a:t>
            </a:r>
            <a:r>
              <a:rPr lang="en-US" dirty="0"/>
              <a:t> in response to the limitations of traditional methodologies</a:t>
            </a:r>
            <a:r>
              <a:rPr lang="en-US" b="1" dirty="0"/>
              <a:t> for software development</a:t>
            </a:r>
            <a:r>
              <a:rPr lang="en-US" dirty="0"/>
              <a:t>, like the Waterfall model, which is more rigid and linear.</a:t>
            </a:r>
          </a:p>
          <a:p>
            <a:r>
              <a:rPr lang="en-US" dirty="0"/>
              <a:t>The Agile model focuses on delivering small, functional pieces of the software product in short iterations, allowing teams to respond quickly to changes in requirements or priorities.</a:t>
            </a:r>
          </a:p>
          <a:p>
            <a:r>
              <a:rPr lang="en-US" b="1" dirty="0"/>
              <a:t>Detailed presentation in next lecture</a:t>
            </a:r>
          </a:p>
          <a:p>
            <a:endParaRPr lang="en-US" dirty="0"/>
          </a:p>
        </p:txBody>
      </p:sp>
    </p:spTree>
    <p:extLst>
      <p:ext uri="{BB962C8B-B14F-4D97-AF65-F5344CB8AC3E}">
        <p14:creationId xmlns:p14="http://schemas.microsoft.com/office/powerpoint/2010/main" val="1553863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473F920-2F50-3415-02B5-2832426F31CB}"/>
              </a:ext>
            </a:extLst>
          </p:cNvPr>
          <p:cNvSpPr>
            <a:spLocks noGrp="1"/>
          </p:cNvSpPr>
          <p:nvPr>
            <p:ph type="title"/>
          </p:nvPr>
        </p:nvSpPr>
        <p:spPr/>
        <p:txBody>
          <a:bodyPr/>
          <a:lstStyle/>
          <a:p>
            <a:r>
              <a:rPr lang="en-US" dirty="0"/>
              <a:t>The spiral software life cycle model</a:t>
            </a:r>
          </a:p>
        </p:txBody>
      </p:sp>
      <p:sp>
        <p:nvSpPr>
          <p:cNvPr id="3" name="Θέση περιεχομένου 2">
            <a:extLst>
              <a:ext uri="{FF2B5EF4-FFF2-40B4-BE49-F238E27FC236}">
                <a16:creationId xmlns:a16="http://schemas.microsoft.com/office/drawing/2014/main" id="{55FEAF3F-BA0B-09B9-1F28-7058C5B0A820}"/>
              </a:ext>
            </a:extLst>
          </p:cNvPr>
          <p:cNvSpPr>
            <a:spLocks noGrp="1"/>
          </p:cNvSpPr>
          <p:nvPr>
            <p:ph idx="1"/>
          </p:nvPr>
        </p:nvSpPr>
        <p:spPr/>
        <p:txBody>
          <a:bodyPr>
            <a:normAutofit/>
          </a:bodyPr>
          <a:lstStyle/>
          <a:p>
            <a:r>
              <a:rPr lang="en-US" dirty="0"/>
              <a:t>The helical software life cycle model, or Spiral Model, is a software development methodology that combines the iterative nature of Agile model with its gradual analysis and design Waterfall model.</a:t>
            </a:r>
          </a:p>
          <a:p>
            <a:r>
              <a:rPr lang="en-US" dirty="0"/>
              <a:t>This model is organized into spirals, with each spiral consisting of four sections:</a:t>
            </a:r>
          </a:p>
          <a:p>
            <a:pPr>
              <a:buFont typeface="+mj-lt"/>
              <a:buAutoNum type="arabicPeriod"/>
            </a:pPr>
            <a:r>
              <a:rPr lang="en-US" dirty="0"/>
              <a:t>goal setting</a:t>
            </a:r>
          </a:p>
          <a:p>
            <a:pPr>
              <a:buFont typeface="+mj-lt"/>
              <a:buAutoNum type="arabicPeriod"/>
            </a:pPr>
            <a:r>
              <a:rPr lang="en-US" dirty="0"/>
              <a:t>identifying and resolving risks</a:t>
            </a:r>
          </a:p>
          <a:p>
            <a:pPr>
              <a:buFont typeface="+mj-lt"/>
              <a:buAutoNum type="arabicPeriod"/>
            </a:pPr>
            <a:r>
              <a:rPr lang="en-US" dirty="0"/>
              <a:t>execution of development processes</a:t>
            </a:r>
          </a:p>
          <a:p>
            <a:pPr>
              <a:buFont typeface="+mj-lt"/>
              <a:buAutoNum type="arabicPeriod"/>
            </a:pPr>
            <a:r>
              <a:rPr lang="en-US" dirty="0"/>
              <a:t>verification and programming tasks</a:t>
            </a:r>
            <a:endParaRPr lang="en-US" sz="2800" b="1" i="0" u="none" strike="noStrike" baseline="0" dirty="0">
              <a:solidFill>
                <a:srgbClr val="000000"/>
              </a:solidFill>
              <a:latin typeface="GillSansHel-Bold"/>
            </a:endParaRPr>
          </a:p>
          <a:p>
            <a:endParaRPr lang="en-US" dirty="0"/>
          </a:p>
        </p:txBody>
      </p:sp>
    </p:spTree>
    <p:extLst>
      <p:ext uri="{BB962C8B-B14F-4D97-AF65-F5344CB8AC3E}">
        <p14:creationId xmlns:p14="http://schemas.microsoft.com/office/powerpoint/2010/main" val="11280964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7DD2109-AAD2-55CF-0AD1-2046DFCA44BB}"/>
              </a:ext>
            </a:extLst>
          </p:cNvPr>
          <p:cNvSpPr>
            <a:spLocks noGrp="1"/>
          </p:cNvSpPr>
          <p:nvPr>
            <p:ph type="title"/>
          </p:nvPr>
        </p:nvSpPr>
        <p:spPr>
          <a:xfrm>
            <a:off x="94628" y="156238"/>
            <a:ext cx="8596668" cy="1320800"/>
          </a:xfrm>
        </p:spPr>
        <p:txBody>
          <a:bodyPr/>
          <a:lstStyle/>
          <a:p>
            <a:r>
              <a:rPr lang="en-US" dirty="0"/>
              <a:t>Spiral</a:t>
            </a:r>
            <a:br>
              <a:rPr lang="en-US" dirty="0"/>
            </a:br>
            <a:r>
              <a:rPr lang="en-US" dirty="0"/>
              <a:t> model</a:t>
            </a:r>
          </a:p>
        </p:txBody>
      </p:sp>
      <p:pic>
        <p:nvPicPr>
          <p:cNvPr id="4" name="Γραφικό 3" descr="Spiral model - Wikipedia">
            <a:extLst>
              <a:ext uri="{FF2B5EF4-FFF2-40B4-BE49-F238E27FC236}">
                <a16:creationId xmlns:a16="http://schemas.microsoft.com/office/drawing/2014/main" id="{50756131-30EF-AE01-A26B-3878FB17ED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98159" y="1052232"/>
            <a:ext cx="5715000" cy="4762500"/>
          </a:xfrm>
          <a:prstGeom prst="rect">
            <a:avLst/>
          </a:prstGeom>
        </p:spPr>
      </p:pic>
    </p:spTree>
    <p:extLst>
      <p:ext uri="{BB962C8B-B14F-4D97-AF65-F5344CB8AC3E}">
        <p14:creationId xmlns:p14="http://schemas.microsoft.com/office/powerpoint/2010/main" val="225079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B4CB06-3C6D-20E4-A6C6-BBF2DAE4784E}"/>
              </a:ext>
            </a:extLst>
          </p:cNvPr>
          <p:cNvSpPr>
            <a:spLocks noGrp="1"/>
          </p:cNvSpPr>
          <p:nvPr>
            <p:ph type="title"/>
          </p:nvPr>
        </p:nvSpPr>
        <p:spPr/>
        <p:txBody>
          <a:bodyPr/>
          <a:lstStyle/>
          <a:p>
            <a:r>
              <a:rPr lang="en-US" dirty="0"/>
              <a:t>Spiral model</a:t>
            </a:r>
          </a:p>
        </p:txBody>
      </p:sp>
      <p:sp>
        <p:nvSpPr>
          <p:cNvPr id="3" name="Θέση περιεχομένου 2">
            <a:extLst>
              <a:ext uri="{FF2B5EF4-FFF2-40B4-BE49-F238E27FC236}">
                <a16:creationId xmlns:a16="http://schemas.microsoft.com/office/drawing/2014/main" id="{602CE511-E774-A86D-3E20-CE757851F5DC}"/>
              </a:ext>
            </a:extLst>
          </p:cNvPr>
          <p:cNvSpPr>
            <a:spLocks noGrp="1"/>
          </p:cNvSpPr>
          <p:nvPr>
            <p:ph idx="1"/>
          </p:nvPr>
        </p:nvSpPr>
        <p:spPr/>
        <p:txBody>
          <a:bodyPr>
            <a:normAutofit/>
          </a:bodyPr>
          <a:lstStyle/>
          <a:p>
            <a:pPr marL="0" indent="0" algn="l">
              <a:buNone/>
            </a:pPr>
            <a:r>
              <a:rPr lang="en-US" sz="1800" b="0" i="0" u="none" strike="noStrike" baseline="0" dirty="0">
                <a:solidFill>
                  <a:srgbClr val="434343"/>
                </a:solidFill>
                <a:latin typeface="GillSansHel"/>
              </a:rPr>
              <a:t>• </a:t>
            </a:r>
            <a:r>
              <a:rPr lang="en-US" sz="1800" b="1" i="0" u="none" strike="noStrike" baseline="0" dirty="0">
                <a:solidFill>
                  <a:srgbClr val="434343"/>
                </a:solidFill>
                <a:latin typeface="GillSansHel"/>
              </a:rPr>
              <a:t>G</a:t>
            </a:r>
            <a:r>
              <a:rPr lang="en-US" sz="1800" b="1" i="0" u="none" strike="noStrike" baseline="0" dirty="0">
                <a:solidFill>
                  <a:srgbClr val="434343"/>
                </a:solidFill>
                <a:latin typeface="GillSansHel-Bold"/>
              </a:rPr>
              <a:t>oal setting:</a:t>
            </a:r>
            <a:r>
              <a:rPr lang="en-US" sz="1800" b="0" i="0" u="none" strike="noStrike" baseline="0" dirty="0">
                <a:solidFill>
                  <a:srgbClr val="434343"/>
                </a:solidFill>
                <a:latin typeface="GillSansHel"/>
              </a:rPr>
              <a:t> The scope of work for each iteration is defined and the constraints on the product and the process are recorded, for which a detailed management plan is constructed. The risks inherent in the process and alternative solutions, where they exist, are also recorded.</a:t>
            </a:r>
          </a:p>
          <a:p>
            <a:pPr marL="0" indent="0" algn="l">
              <a:buNone/>
            </a:pPr>
            <a:r>
              <a:rPr lang="en-US" sz="1800" b="0" i="0" u="none" strike="noStrike" baseline="0" dirty="0">
                <a:solidFill>
                  <a:srgbClr val="434343"/>
                </a:solidFill>
                <a:latin typeface="GillSansHel"/>
              </a:rPr>
              <a:t>• </a:t>
            </a:r>
            <a:r>
              <a:rPr lang="en-US" sz="1800" b="1" i="0" u="none" strike="noStrike" baseline="0" dirty="0">
                <a:solidFill>
                  <a:srgbClr val="434343"/>
                </a:solidFill>
                <a:latin typeface="GillSansHel-Bold"/>
              </a:rPr>
              <a:t>Risk resolution:</a:t>
            </a:r>
            <a:r>
              <a:rPr lang="en-US" sz="1800" b="0" i="0" u="none" strike="noStrike" baseline="0" dirty="0">
                <a:solidFill>
                  <a:srgbClr val="434343"/>
                </a:solidFill>
                <a:latin typeface="GillSansHel"/>
              </a:rPr>
              <a:t> The risks that have been recorded are analyzed and each alternative solution is evaluated. At this point, decisions are made on whether or not to continue development, on the model that will be followed in this particular iteration, on whether or not to build a prototype, etc.</a:t>
            </a:r>
          </a:p>
          <a:p>
            <a:pPr marL="0" indent="0" algn="l">
              <a:buNone/>
            </a:pPr>
            <a:r>
              <a:rPr lang="en-US" sz="1800" b="0" i="0" u="none" strike="noStrike" baseline="0" dirty="0">
                <a:solidFill>
                  <a:srgbClr val="434343"/>
                </a:solidFill>
                <a:latin typeface="GillSansHel"/>
              </a:rPr>
              <a:t>• The following is</a:t>
            </a:r>
            <a:r>
              <a:rPr lang="en-US" sz="1800" b="1" i="0" u="none" strike="noStrike" baseline="0" dirty="0">
                <a:solidFill>
                  <a:srgbClr val="434343"/>
                </a:solidFill>
                <a:latin typeface="GillSansHel-Bold"/>
              </a:rPr>
              <a:t> execution</a:t>
            </a:r>
            <a:r>
              <a:rPr lang="en-US" sz="1800" b="0" i="0" u="none" strike="noStrike" baseline="0" dirty="0">
                <a:solidFill>
                  <a:srgbClr val="434343"/>
                </a:solidFill>
                <a:latin typeface="GillSansHel"/>
              </a:rPr>
              <a:t> of </a:t>
            </a:r>
            <a:r>
              <a:rPr lang="en-US" sz="1800" b="1" i="0" u="none" strike="noStrike" baseline="0" dirty="0">
                <a:solidFill>
                  <a:srgbClr val="434343"/>
                </a:solidFill>
                <a:latin typeface="GillSansHel-Bold"/>
              </a:rPr>
              <a:t>development process</a:t>
            </a:r>
            <a:r>
              <a:rPr lang="en-US" sz="1800" b="0" i="0" u="none" strike="noStrike" baseline="0" dirty="0">
                <a:solidFill>
                  <a:srgbClr val="434343"/>
                </a:solidFill>
                <a:latin typeface="GillSansHel"/>
              </a:rPr>
              <a:t> of the selected software parts that the current iteration concerns.</a:t>
            </a:r>
          </a:p>
          <a:p>
            <a:pPr marL="0" indent="0" algn="l">
              <a:buNone/>
            </a:pPr>
            <a:r>
              <a:rPr lang="en-US" sz="1800" b="0" i="0" u="none" strike="noStrike" baseline="0" dirty="0">
                <a:solidFill>
                  <a:srgbClr val="434343"/>
                </a:solidFill>
                <a:latin typeface="GillSansHel"/>
              </a:rPr>
              <a:t>• Finally, after verifying the results – intermediate software products, follows the</a:t>
            </a:r>
            <a:r>
              <a:rPr lang="en-US" sz="1800" b="1" i="0" u="none" strike="noStrike" baseline="0" dirty="0">
                <a:solidFill>
                  <a:srgbClr val="434343"/>
                </a:solidFill>
                <a:latin typeface="GillSansHel-Bold"/>
              </a:rPr>
              <a:t> programming</a:t>
            </a:r>
            <a:r>
              <a:rPr lang="en-US" sz="1800" b="0" i="0" u="none" strike="noStrike" baseline="0" dirty="0">
                <a:solidFill>
                  <a:srgbClr val="434343"/>
                </a:solidFill>
                <a:latin typeface="GillSansHel"/>
              </a:rPr>
              <a:t> of the next cycle.</a:t>
            </a:r>
            <a:endParaRPr lang="en-US" dirty="0"/>
          </a:p>
        </p:txBody>
      </p:sp>
    </p:spTree>
    <p:extLst>
      <p:ext uri="{BB962C8B-B14F-4D97-AF65-F5344CB8AC3E}">
        <p14:creationId xmlns:p14="http://schemas.microsoft.com/office/powerpoint/2010/main" val="352460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36D4817-FDA9-A898-FF6E-314429D16A04}"/>
              </a:ext>
            </a:extLst>
          </p:cNvPr>
          <p:cNvSpPr>
            <a:spLocks noGrp="1"/>
          </p:cNvSpPr>
          <p:nvPr>
            <p:ph type="title"/>
          </p:nvPr>
        </p:nvSpPr>
        <p:spPr/>
        <p:txBody>
          <a:bodyPr/>
          <a:lstStyle/>
          <a:p>
            <a:r>
              <a:rPr lang="en-US" dirty="0"/>
              <a:t>Spiral model</a:t>
            </a:r>
          </a:p>
        </p:txBody>
      </p:sp>
      <p:sp>
        <p:nvSpPr>
          <p:cNvPr id="3" name="Θέση περιεχομένου 2">
            <a:extLst>
              <a:ext uri="{FF2B5EF4-FFF2-40B4-BE49-F238E27FC236}">
                <a16:creationId xmlns:a16="http://schemas.microsoft.com/office/drawing/2014/main" id="{E974746D-F496-C302-B08D-19B20A13EC68}"/>
              </a:ext>
            </a:extLst>
          </p:cNvPr>
          <p:cNvSpPr>
            <a:spLocks noGrp="1"/>
          </p:cNvSpPr>
          <p:nvPr>
            <p:ph idx="1"/>
          </p:nvPr>
        </p:nvSpPr>
        <p:spPr/>
        <p:txBody>
          <a:bodyPr/>
          <a:lstStyle/>
          <a:p>
            <a:r>
              <a:rPr lang="en-US" sz="1800" dirty="0">
                <a:effectLst/>
                <a:latin typeface="GillSansHel"/>
                <a:ea typeface="Calibri" panose="020F0502020204030204" pitchFamily="34" charset="0"/>
                <a:cs typeface="GillSansHel"/>
              </a:rPr>
              <a:t>The spiral model does not specify in advance exactly what software development tasks need to be performed or to what extent of the system they will be applied. Different development processes may be chosen for different parts of the software.</a:t>
            </a:r>
          </a:p>
          <a:p>
            <a:r>
              <a:rPr lang="en-US" sz="1800" dirty="0">
                <a:effectLst/>
                <a:latin typeface="GillSansHel"/>
                <a:ea typeface="Calibri" panose="020F0502020204030204" pitchFamily="34" charset="0"/>
                <a:cs typeface="GillSansHel"/>
              </a:rPr>
              <a:t>What it suggests is that defining implementation details should be done continuously during development (and not once, as is the case with the lifecycle models mentioned so far) with responsibility and documentation on the part of the manufacturer himself.</a:t>
            </a:r>
          </a:p>
          <a:p>
            <a:endParaRPr lang="en-US" dirty="0"/>
          </a:p>
        </p:txBody>
      </p:sp>
    </p:spTree>
    <p:extLst>
      <p:ext uri="{BB962C8B-B14F-4D97-AF65-F5344CB8AC3E}">
        <p14:creationId xmlns:p14="http://schemas.microsoft.com/office/powerpoint/2010/main" val="3873321714"/>
      </p:ext>
    </p:extLst>
  </p:cSld>
  <p:clrMapOvr>
    <a:masterClrMapping/>
  </p:clrMapOvr>
</p:sld>
</file>

<file path=ppt/theme/theme1.xml><?xml version="1.0" encoding="utf-8"?>
<a:theme xmlns:a="http://schemas.openxmlformats.org/drawingml/2006/main" name="Όψη">
  <a:themeElements>
    <a:clrScheme name="Όψη">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Όψη">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Όψη">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309</TotalTime>
  <Words>3709</Words>
  <Application>Microsoft Office PowerPoint</Application>
  <PresentationFormat>Ευρεία οθόνη</PresentationFormat>
  <Paragraphs>325</Paragraphs>
  <Slides>52</Slides>
  <Notes>0</Notes>
  <HiddenSlides>0</HiddenSlides>
  <MMClips>0</MMClips>
  <ScaleCrop>false</ScaleCrop>
  <HeadingPairs>
    <vt:vector size="6" baseType="variant">
      <vt:variant>
        <vt:lpstr>Γραμματοσειρές που χρησιμοποιούνται</vt:lpstr>
      </vt:variant>
      <vt:variant>
        <vt:i4>7</vt:i4>
      </vt:variant>
      <vt:variant>
        <vt:lpstr>Θέμα</vt:lpstr>
      </vt:variant>
      <vt:variant>
        <vt:i4>1</vt:i4>
      </vt:variant>
      <vt:variant>
        <vt:lpstr>Τίτλοι διαφανειών</vt:lpstr>
      </vt:variant>
      <vt:variant>
        <vt:i4>52</vt:i4>
      </vt:variant>
    </vt:vector>
  </HeadingPairs>
  <TitlesOfParts>
    <vt:vector size="60" baseType="lpstr">
      <vt:lpstr>Aptos</vt:lpstr>
      <vt:lpstr>Arial</vt:lpstr>
      <vt:lpstr>Calibri</vt:lpstr>
      <vt:lpstr>GillSansHel</vt:lpstr>
      <vt:lpstr>GillSansHel-Bold</vt:lpstr>
      <vt:lpstr>Trebuchet MS</vt:lpstr>
      <vt:lpstr>Wingdings 3</vt:lpstr>
      <vt:lpstr>Όψη</vt:lpstr>
      <vt:lpstr>SOFTWARE ENGINEERING</vt:lpstr>
      <vt:lpstr>Teaching</vt:lpstr>
      <vt:lpstr>Evaluation</vt:lpstr>
      <vt:lpstr>Books</vt:lpstr>
      <vt:lpstr>What is Software Engineering?</vt:lpstr>
      <vt:lpstr>DEFINITION</vt:lpstr>
      <vt:lpstr>Why isn't just planning enough?</vt:lpstr>
      <vt:lpstr>Key areas</vt:lpstr>
      <vt:lpstr>Key areas</vt:lpstr>
      <vt:lpstr>Key areas</vt:lpstr>
      <vt:lpstr>Key areas</vt:lpstr>
      <vt:lpstr>Hardware</vt:lpstr>
      <vt:lpstr>Software</vt:lpstr>
      <vt:lpstr>Software Lifecycle — Software Development Lifecycle </vt:lpstr>
      <vt:lpstr>Software release life cycle </vt:lpstr>
      <vt:lpstr>Software release life cycle </vt:lpstr>
      <vt:lpstr>Software release life cycle </vt:lpstr>
      <vt:lpstr>Software release life cycle </vt:lpstr>
      <vt:lpstr>1. Needs and Requirements </vt:lpstr>
      <vt:lpstr>2. Software design </vt:lpstr>
      <vt:lpstr>3. Code implementation and management </vt:lpstr>
      <vt:lpstr>4. Testing and quality assurance </vt:lpstr>
      <vt:lpstr>5. Release, deployment, operation and maintenance </vt:lpstr>
      <vt:lpstr>Software release life cycle </vt:lpstr>
      <vt:lpstr>Software release life cycle </vt:lpstr>
      <vt:lpstr>Software release life cycle </vt:lpstr>
      <vt:lpstr>Software release life cycle </vt:lpstr>
      <vt:lpstr>Software release life cycle </vt:lpstr>
      <vt:lpstr>Software release life cycle </vt:lpstr>
      <vt:lpstr>Publications: Major.Minor.Patch </vt:lpstr>
      <vt:lpstr>Παρουσίαση του PowerPoint</vt:lpstr>
      <vt:lpstr>Παρουσίαση του PowerPoint</vt:lpstr>
      <vt:lpstr>Waterfallmodel </vt:lpstr>
      <vt:lpstr>The main phases of the Waterfall Model include:</vt:lpstr>
      <vt:lpstr>The Waterfall Model</vt:lpstr>
      <vt:lpstr>The Waterfall Model</vt:lpstr>
      <vt:lpstr>The Waterfall Model</vt:lpstr>
      <vt:lpstr>Παρουσίαση του PowerPoint</vt:lpstr>
      <vt:lpstr>Development is not the majority of cost!</vt:lpstr>
      <vt:lpstr>The prototype model</vt:lpstr>
      <vt:lpstr>The prototype model</vt:lpstr>
      <vt:lpstr>Prototype model phases</vt:lpstr>
      <vt:lpstr>Prototype model phases</vt:lpstr>
      <vt:lpstr>The prototype model</vt:lpstr>
      <vt:lpstr>The Incremental model</vt:lpstr>
      <vt:lpstr>The incremental model</vt:lpstr>
      <vt:lpstr>The incremental model</vt:lpstr>
      <vt:lpstr>Agile Model</vt:lpstr>
      <vt:lpstr>The spiral software life cycle model</vt:lpstr>
      <vt:lpstr>Spiral  model</vt:lpstr>
      <vt:lpstr>Spiral model</vt:lpstr>
      <vt:lpstr>Spiral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ΑΡΙΣΤΕΙΔΗΣ ΒΡΑΧΑΤΗΣ</dc:creator>
  <cp:lastModifiedBy>GEORGIOS DIMITRAKOPOULOS</cp:lastModifiedBy>
  <cp:revision>12</cp:revision>
  <dcterms:created xsi:type="dcterms:W3CDTF">2023-03-26T12:46:51Z</dcterms:created>
  <dcterms:modified xsi:type="dcterms:W3CDTF">2026-10-14T14:56:27Z</dcterms:modified>
</cp:coreProperties>
</file>